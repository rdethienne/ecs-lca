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5AEDAF-9A2A-476C-B0E9-A0E838698EE0}" v="116" dt="2025-08-21T11:41:48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Dethienne" userId="8808a67d-e978-4697-8609-e2634f48beed" providerId="ADAL" clId="{495AEDAF-9A2A-476C-B0E9-A0E838698EE0}"/>
    <pc:docChg chg="undo custSel addSld modSld">
      <pc:chgData name="Robin Dethienne" userId="8808a67d-e978-4697-8609-e2634f48beed" providerId="ADAL" clId="{495AEDAF-9A2A-476C-B0E9-A0E838698EE0}" dt="2025-08-21T11:41:50.331" v="3691" actId="1076"/>
      <pc:docMkLst>
        <pc:docMk/>
      </pc:docMkLst>
      <pc:sldChg chg="addSp delSp modSp new mod">
        <pc:chgData name="Robin Dethienne" userId="8808a67d-e978-4697-8609-e2634f48beed" providerId="ADAL" clId="{495AEDAF-9A2A-476C-B0E9-A0E838698EE0}" dt="2025-08-20T12:49:14.312" v="1487" actId="20577"/>
        <pc:sldMkLst>
          <pc:docMk/>
          <pc:sldMk cId="2880417810" sldId="256"/>
        </pc:sldMkLst>
        <pc:spChg chg="add mod">
          <ac:chgData name="Robin Dethienne" userId="8808a67d-e978-4697-8609-e2634f48beed" providerId="ADAL" clId="{495AEDAF-9A2A-476C-B0E9-A0E838698EE0}" dt="2025-08-20T12:49:14.312" v="1487" actId="20577"/>
          <ac:spMkLst>
            <pc:docMk/>
            <pc:sldMk cId="2880417810" sldId="256"/>
            <ac:spMk id="2" creationId="{1BFA1B96-F579-5408-A916-62F8F2F764D0}"/>
          </ac:spMkLst>
        </pc:spChg>
        <pc:spChg chg="add mod">
          <ac:chgData name="Robin Dethienne" userId="8808a67d-e978-4697-8609-e2634f48beed" providerId="ADAL" clId="{495AEDAF-9A2A-476C-B0E9-A0E838698EE0}" dt="2025-08-11T12:20:23.640" v="490" actId="1035"/>
          <ac:spMkLst>
            <pc:docMk/>
            <pc:sldMk cId="2880417810" sldId="256"/>
            <ac:spMk id="8" creationId="{02917FB5-47A9-8258-1FC7-B496AF69C1B8}"/>
          </ac:spMkLst>
        </pc:spChg>
        <pc:spChg chg="add mod">
          <ac:chgData name="Robin Dethienne" userId="8808a67d-e978-4697-8609-e2634f48beed" providerId="ADAL" clId="{495AEDAF-9A2A-476C-B0E9-A0E838698EE0}" dt="2025-08-11T12:46:17.227" v="1378" actId="1076"/>
          <ac:spMkLst>
            <pc:docMk/>
            <pc:sldMk cId="2880417810" sldId="256"/>
            <ac:spMk id="9" creationId="{970B4918-AA25-16C6-5AEE-FA80DC347B8D}"/>
          </ac:spMkLst>
        </pc:spChg>
        <pc:spChg chg="add mod topLvl">
          <ac:chgData name="Robin Dethienne" userId="8808a67d-e978-4697-8609-e2634f48beed" providerId="ADAL" clId="{495AEDAF-9A2A-476C-B0E9-A0E838698EE0}" dt="2025-08-11T12:23:41.785" v="757" actId="14100"/>
          <ac:spMkLst>
            <pc:docMk/>
            <pc:sldMk cId="2880417810" sldId="256"/>
            <ac:spMk id="12" creationId="{7A68813C-D55C-2DA5-E764-5B47E4BF8E65}"/>
          </ac:spMkLst>
        </pc:spChg>
        <pc:spChg chg="add mod">
          <ac:chgData name="Robin Dethienne" userId="8808a67d-e978-4697-8609-e2634f48beed" providerId="ADAL" clId="{495AEDAF-9A2A-476C-B0E9-A0E838698EE0}" dt="2025-08-11T12:43:29.425" v="1293" actId="20577"/>
          <ac:spMkLst>
            <pc:docMk/>
            <pc:sldMk cId="2880417810" sldId="256"/>
            <ac:spMk id="13" creationId="{22D6629E-166B-6F0C-CD01-F91CB2457558}"/>
          </ac:spMkLst>
        </pc:spChg>
        <pc:spChg chg="add mod topLvl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14" creationId="{D2B7E1E5-04CA-0C2E-3DC9-E3142927A78D}"/>
          </ac:spMkLst>
        </pc:spChg>
        <pc:spChg chg="add mod topLvl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15" creationId="{0E6E6249-58F0-BF0E-244D-04DD1369D67C}"/>
          </ac:spMkLst>
        </pc:spChg>
        <pc:spChg chg="add mod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16" creationId="{FF479AB2-FAFF-8B4B-AAA0-42DE34698BB7}"/>
          </ac:spMkLst>
        </pc:spChg>
        <pc:spChg chg="add mod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17" creationId="{D4E107ED-DA73-14B6-AF40-DD2B9FE2E4AB}"/>
          </ac:spMkLst>
        </pc:spChg>
        <pc:spChg chg="add mod topLvl">
          <ac:chgData name="Robin Dethienne" userId="8808a67d-e978-4697-8609-e2634f48beed" providerId="ADAL" clId="{495AEDAF-9A2A-476C-B0E9-A0E838698EE0}" dt="2025-08-11T12:23:16.868" v="712" actId="1038"/>
          <ac:spMkLst>
            <pc:docMk/>
            <pc:sldMk cId="2880417810" sldId="256"/>
            <ac:spMk id="18" creationId="{42A215FB-3913-674E-3D67-B79053F9863A}"/>
          </ac:spMkLst>
        </pc:spChg>
        <pc:spChg chg="add mod topLvl">
          <ac:chgData name="Robin Dethienne" userId="8808a67d-e978-4697-8609-e2634f48beed" providerId="ADAL" clId="{495AEDAF-9A2A-476C-B0E9-A0E838698EE0}" dt="2025-08-11T12:23:16.868" v="712" actId="1038"/>
          <ac:spMkLst>
            <pc:docMk/>
            <pc:sldMk cId="2880417810" sldId="256"/>
            <ac:spMk id="19" creationId="{F7568D02-AD26-496B-DC03-12100716E030}"/>
          </ac:spMkLst>
        </pc:spChg>
        <pc:spChg chg="add mod topLvl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20" creationId="{DAD40FC7-D951-8408-73BE-24336512BB07}"/>
          </ac:spMkLst>
        </pc:spChg>
        <pc:spChg chg="add mod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21" creationId="{A51FB9F9-DC0B-DF97-B1C9-B21F8F2BCA1A}"/>
          </ac:spMkLst>
        </pc:spChg>
        <pc:spChg chg="add mod topLvl">
          <ac:chgData name="Robin Dethienne" userId="8808a67d-e978-4697-8609-e2634f48beed" providerId="ADAL" clId="{495AEDAF-9A2A-476C-B0E9-A0E838698EE0}" dt="2025-08-11T12:49:30.078" v="1478" actId="1076"/>
          <ac:spMkLst>
            <pc:docMk/>
            <pc:sldMk cId="2880417810" sldId="256"/>
            <ac:spMk id="22" creationId="{E1308566-9064-C8B0-DF02-0D821DBFE633}"/>
          </ac:spMkLst>
        </pc:spChg>
        <pc:spChg chg="add mod">
          <ac:chgData name="Robin Dethienne" userId="8808a67d-e978-4697-8609-e2634f48beed" providerId="ADAL" clId="{495AEDAF-9A2A-476C-B0E9-A0E838698EE0}" dt="2025-08-11T12:23:02.860" v="699" actId="1076"/>
          <ac:spMkLst>
            <pc:docMk/>
            <pc:sldMk cId="2880417810" sldId="256"/>
            <ac:spMk id="23" creationId="{D3AB062E-0A52-2445-B893-99C67F3E8FD9}"/>
          </ac:spMkLst>
        </pc:spChg>
        <pc:spChg chg="add mod topLvl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24" creationId="{4EC15059-62D6-0E97-398C-EB1A8383A17C}"/>
          </ac:spMkLst>
        </pc:spChg>
        <pc:spChg chg="add mod topLvl">
          <ac:chgData name="Robin Dethienne" userId="8808a67d-e978-4697-8609-e2634f48beed" providerId="ADAL" clId="{495AEDAF-9A2A-476C-B0E9-A0E838698EE0}" dt="2025-08-11T12:44:41.953" v="1338" actId="208"/>
          <ac:spMkLst>
            <pc:docMk/>
            <pc:sldMk cId="2880417810" sldId="256"/>
            <ac:spMk id="25" creationId="{BDDD084E-5B1B-DF1D-CBC9-CC2734F89320}"/>
          </ac:spMkLst>
        </pc:spChg>
        <pc:spChg chg="add mod">
          <ac:chgData name="Robin Dethienne" userId="8808a67d-e978-4697-8609-e2634f48beed" providerId="ADAL" clId="{495AEDAF-9A2A-476C-B0E9-A0E838698EE0}" dt="2025-08-11T12:44:41.953" v="1338" actId="208"/>
          <ac:spMkLst>
            <pc:docMk/>
            <pc:sldMk cId="2880417810" sldId="256"/>
            <ac:spMk id="26" creationId="{C9985A9C-894F-4E08-A733-1B750DBF7406}"/>
          </ac:spMkLst>
        </pc:spChg>
        <pc:spChg chg="add mod topLvl">
          <ac:chgData name="Robin Dethienne" userId="8808a67d-e978-4697-8609-e2634f48beed" providerId="ADAL" clId="{495AEDAF-9A2A-476C-B0E9-A0E838698EE0}" dt="2025-08-11T12:46:28.275" v="1381" actId="1076"/>
          <ac:spMkLst>
            <pc:docMk/>
            <pc:sldMk cId="2880417810" sldId="256"/>
            <ac:spMk id="27" creationId="{80D4C8CB-917C-CFDD-6571-18C736991E28}"/>
          </ac:spMkLst>
        </pc:spChg>
        <pc:spChg chg="add mod">
          <ac:chgData name="Robin Dethienne" userId="8808a67d-e978-4697-8609-e2634f48beed" providerId="ADAL" clId="{495AEDAF-9A2A-476C-B0E9-A0E838698EE0}" dt="2025-08-11T12:49:30.078" v="1478" actId="1076"/>
          <ac:spMkLst>
            <pc:docMk/>
            <pc:sldMk cId="2880417810" sldId="256"/>
            <ac:spMk id="28" creationId="{BCB17499-FBE7-4595-A7D8-405EDDE4FDF3}"/>
          </ac:spMkLst>
        </pc:spChg>
        <pc:spChg chg="add mod">
          <ac:chgData name="Robin Dethienne" userId="8808a67d-e978-4697-8609-e2634f48beed" providerId="ADAL" clId="{495AEDAF-9A2A-476C-B0E9-A0E838698EE0}" dt="2025-08-11T12:24:37.696" v="839" actId="1038"/>
          <ac:spMkLst>
            <pc:docMk/>
            <pc:sldMk cId="2880417810" sldId="256"/>
            <ac:spMk id="30" creationId="{F857C4C6-5D74-1BD9-D891-15A78664BABA}"/>
          </ac:spMkLst>
        </pc:spChg>
        <pc:spChg chg="add mod">
          <ac:chgData name="Robin Dethienne" userId="8808a67d-e978-4697-8609-e2634f48beed" providerId="ADAL" clId="{495AEDAF-9A2A-476C-B0E9-A0E838698EE0}" dt="2025-08-11T12:24:37.696" v="839" actId="1038"/>
          <ac:spMkLst>
            <pc:docMk/>
            <pc:sldMk cId="2880417810" sldId="256"/>
            <ac:spMk id="31" creationId="{456101F4-6642-4DE4-765C-91040813A715}"/>
          </ac:spMkLst>
        </pc:spChg>
        <pc:spChg chg="add mod">
          <ac:chgData name="Robin Dethienne" userId="8808a67d-e978-4697-8609-e2634f48beed" providerId="ADAL" clId="{495AEDAF-9A2A-476C-B0E9-A0E838698EE0}" dt="2025-08-11T12:47:32.702" v="1415" actId="1076"/>
          <ac:spMkLst>
            <pc:docMk/>
            <pc:sldMk cId="2880417810" sldId="256"/>
            <ac:spMk id="32" creationId="{7A19E246-0C0F-57A9-54C2-CF9FA3009A7D}"/>
          </ac:spMkLst>
        </pc:spChg>
        <pc:spChg chg="add mod">
          <ac:chgData name="Robin Dethienne" userId="8808a67d-e978-4697-8609-e2634f48beed" providerId="ADAL" clId="{495AEDAF-9A2A-476C-B0E9-A0E838698EE0}" dt="2025-08-11T12:45:24.558" v="1357" actId="14100"/>
          <ac:spMkLst>
            <pc:docMk/>
            <pc:sldMk cId="2880417810" sldId="256"/>
            <ac:spMk id="34" creationId="{9476B6ED-D8B1-C7B4-38C1-FC6E7DE29C59}"/>
          </ac:spMkLst>
        </pc:spChg>
        <pc:spChg chg="add mod">
          <ac:chgData name="Robin Dethienne" userId="8808a67d-e978-4697-8609-e2634f48beed" providerId="ADAL" clId="{495AEDAF-9A2A-476C-B0E9-A0E838698EE0}" dt="2025-08-11T12:19:41.829" v="446" actId="1076"/>
          <ac:spMkLst>
            <pc:docMk/>
            <pc:sldMk cId="2880417810" sldId="256"/>
            <ac:spMk id="36" creationId="{4570785D-4074-FE9D-6482-CDE6711CCE15}"/>
          </ac:spMkLst>
        </pc:spChg>
        <pc:spChg chg="add mod">
          <ac:chgData name="Robin Dethienne" userId="8808a67d-e978-4697-8609-e2634f48beed" providerId="ADAL" clId="{495AEDAF-9A2A-476C-B0E9-A0E838698EE0}" dt="2025-08-11T12:46:23.085" v="1380" actId="14100"/>
          <ac:spMkLst>
            <pc:docMk/>
            <pc:sldMk cId="2880417810" sldId="256"/>
            <ac:spMk id="37" creationId="{776E40E2-3608-B6EA-7DCF-4685B2A47941}"/>
          </ac:spMkLst>
        </pc:spChg>
        <pc:spChg chg="add mod">
          <ac:chgData name="Robin Dethienne" userId="8808a67d-e978-4697-8609-e2634f48beed" providerId="ADAL" clId="{495AEDAF-9A2A-476C-B0E9-A0E838698EE0}" dt="2025-08-11T12:46:28.275" v="1381" actId="1076"/>
          <ac:spMkLst>
            <pc:docMk/>
            <pc:sldMk cId="2880417810" sldId="256"/>
            <ac:spMk id="38" creationId="{4FCEECFA-C3F0-F815-6556-C54A3C791618}"/>
          </ac:spMkLst>
        </pc:spChg>
        <pc:spChg chg="add mod">
          <ac:chgData name="Robin Dethienne" userId="8808a67d-e978-4697-8609-e2634f48beed" providerId="ADAL" clId="{495AEDAF-9A2A-476C-B0E9-A0E838698EE0}" dt="2025-08-11T12:49:54.889" v="1479" actId="1035"/>
          <ac:spMkLst>
            <pc:docMk/>
            <pc:sldMk cId="2880417810" sldId="256"/>
            <ac:spMk id="43" creationId="{7223001B-86B5-E6C4-B3EB-B7834FBE4285}"/>
          </ac:spMkLst>
        </pc:spChg>
        <pc:spChg chg="add mod">
          <ac:chgData name="Robin Dethienne" userId="8808a67d-e978-4697-8609-e2634f48beed" providerId="ADAL" clId="{495AEDAF-9A2A-476C-B0E9-A0E838698EE0}" dt="2025-08-11T12:23:04.903" v="700" actId="1076"/>
          <ac:spMkLst>
            <pc:docMk/>
            <pc:sldMk cId="2880417810" sldId="256"/>
            <ac:spMk id="47" creationId="{3DBB0405-D398-7D6B-0461-24723B0FDE1E}"/>
          </ac:spMkLst>
        </pc:spChg>
        <pc:spChg chg="add mod ord">
          <ac:chgData name="Robin Dethienne" userId="8808a67d-e978-4697-8609-e2634f48beed" providerId="ADAL" clId="{495AEDAF-9A2A-476C-B0E9-A0E838698EE0}" dt="2025-08-11T12:46:01.870" v="1373" actId="14100"/>
          <ac:spMkLst>
            <pc:docMk/>
            <pc:sldMk cId="2880417810" sldId="256"/>
            <ac:spMk id="48" creationId="{3A6A734A-5905-BF53-9A79-48BB1569EEC2}"/>
          </ac:spMkLst>
        </pc:spChg>
        <pc:spChg chg="add mod">
          <ac:chgData name="Robin Dethienne" userId="8808a67d-e978-4697-8609-e2634f48beed" providerId="ADAL" clId="{495AEDAF-9A2A-476C-B0E9-A0E838698EE0}" dt="2025-08-11T12:46:28.275" v="1381" actId="1076"/>
          <ac:spMkLst>
            <pc:docMk/>
            <pc:sldMk cId="2880417810" sldId="256"/>
            <ac:spMk id="49" creationId="{900B34AD-0352-8C22-9439-EB2A16D8CDDC}"/>
          </ac:spMkLst>
        </pc:spChg>
        <pc:spChg chg="add mod">
          <ac:chgData name="Robin Dethienne" userId="8808a67d-e978-4697-8609-e2634f48beed" providerId="ADAL" clId="{495AEDAF-9A2A-476C-B0E9-A0E838698EE0}" dt="2025-08-11T12:47:15.555" v="1413" actId="14100"/>
          <ac:spMkLst>
            <pc:docMk/>
            <pc:sldMk cId="2880417810" sldId="256"/>
            <ac:spMk id="53" creationId="{AB4A0E07-811D-7FAA-1326-0B27AF940281}"/>
          </ac:spMkLst>
        </pc:spChg>
        <pc:spChg chg="add mod">
          <ac:chgData name="Robin Dethienne" userId="8808a67d-e978-4697-8609-e2634f48beed" providerId="ADAL" clId="{495AEDAF-9A2A-476C-B0E9-A0E838698EE0}" dt="2025-08-11T12:47:09.155" v="1410" actId="1076"/>
          <ac:spMkLst>
            <pc:docMk/>
            <pc:sldMk cId="2880417810" sldId="256"/>
            <ac:spMk id="54" creationId="{CAA2C54D-372B-3F66-4427-7AE94287CB5A}"/>
          </ac:spMkLst>
        </pc:spChg>
        <pc:spChg chg="add mod">
          <ac:chgData name="Robin Dethienne" userId="8808a67d-e978-4697-8609-e2634f48beed" providerId="ADAL" clId="{495AEDAF-9A2A-476C-B0E9-A0E838698EE0}" dt="2025-08-11T12:47:10.942" v="1411" actId="1076"/>
          <ac:spMkLst>
            <pc:docMk/>
            <pc:sldMk cId="2880417810" sldId="256"/>
            <ac:spMk id="55" creationId="{A1CCA743-14C5-E97C-F58B-900D1C97891C}"/>
          </ac:spMkLst>
        </pc:spChg>
        <pc:spChg chg="add mo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73" creationId="{F78F9582-7F98-2BFC-1ADB-9DB3F092159F}"/>
          </ac:spMkLst>
        </pc:spChg>
        <pc:spChg chg="add mo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76" creationId="{34182393-BC48-FA1A-5520-2BDE85B036A7}"/>
          </ac:spMkLst>
        </pc:spChg>
        <pc:spChg chg="add mod or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77" creationId="{AB9A04A8-F4B8-D82B-8A23-60C3DC9F4EE1}"/>
          </ac:spMkLst>
        </pc:spChg>
        <pc:spChg chg="add mo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78" creationId="{C97F7990-8897-5FD7-B5D5-7F726DE075F9}"/>
          </ac:spMkLst>
        </pc:spChg>
        <pc:spChg chg="add mo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79" creationId="{76BF0AEE-AEF0-7452-009F-50C775B377EF}"/>
          </ac:spMkLst>
        </pc:spChg>
        <pc:spChg chg="add mod">
          <ac:chgData name="Robin Dethienne" userId="8808a67d-e978-4697-8609-e2634f48beed" providerId="ADAL" clId="{495AEDAF-9A2A-476C-B0E9-A0E838698EE0}" dt="2025-08-11T12:45:59.143" v="1372" actId="1076"/>
          <ac:spMkLst>
            <pc:docMk/>
            <pc:sldMk cId="2880417810" sldId="256"/>
            <ac:spMk id="80" creationId="{DF7C6DE8-6C88-A33B-B305-C93EA3EBA0B0}"/>
          </ac:spMkLst>
        </pc:spChg>
        <pc:spChg chg="add mod or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81" creationId="{F8A66E67-2CBB-8CB3-6C88-80A5CA73B88C}"/>
          </ac:spMkLst>
        </pc:spChg>
        <pc:spChg chg="add mod or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82" creationId="{301EA1E3-6327-4C43-B816-1EABAE2E2D19}"/>
          </ac:spMkLst>
        </pc:spChg>
        <pc:spChg chg="add mod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110" creationId="{33F40F69-898F-58F7-A8EB-060345A837DC}"/>
          </ac:spMkLst>
        </pc:spChg>
        <pc:spChg chg="add mo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151" creationId="{516B6B30-B84B-8CCF-C503-CA742381D8C0}"/>
          </ac:spMkLst>
        </pc:spChg>
        <pc:spChg chg="add mod">
          <ac:chgData name="Robin Dethienne" userId="8808a67d-e978-4697-8609-e2634f48beed" providerId="ADAL" clId="{495AEDAF-9A2A-476C-B0E9-A0E838698EE0}" dt="2025-08-11T12:45:50.037" v="1371" actId="1076"/>
          <ac:spMkLst>
            <pc:docMk/>
            <pc:sldMk cId="2880417810" sldId="256"/>
            <ac:spMk id="152" creationId="{731DEBCE-EB86-59E7-E667-C8278DF6ECAA}"/>
          </ac:spMkLst>
        </pc:spChg>
        <pc:spChg chg="add mod ord">
          <ac:chgData name="Robin Dethienne" userId="8808a67d-e978-4697-8609-e2634f48beed" providerId="ADAL" clId="{495AEDAF-9A2A-476C-B0E9-A0E838698EE0}" dt="2025-08-11T12:47:12.534" v="1412" actId="14100"/>
          <ac:spMkLst>
            <pc:docMk/>
            <pc:sldMk cId="2880417810" sldId="256"/>
            <ac:spMk id="153" creationId="{A8E5C3F2-0850-1F61-6477-7ACE45F6376A}"/>
          </ac:spMkLst>
        </pc:spChg>
        <pc:spChg chg="add mod">
          <ac:chgData name="Robin Dethienne" userId="8808a67d-e978-4697-8609-e2634f48beed" providerId="ADAL" clId="{495AEDAF-9A2A-476C-B0E9-A0E838698EE0}" dt="2025-08-11T12:46:28.275" v="1381" actId="1076"/>
          <ac:spMkLst>
            <pc:docMk/>
            <pc:sldMk cId="2880417810" sldId="256"/>
            <ac:spMk id="154" creationId="{16F946C4-08B8-CD79-433D-3FA01EC533FE}"/>
          </ac:spMkLst>
        </pc:spChg>
        <pc:spChg chg="add mod ord">
          <ac:chgData name="Robin Dethienne" userId="8808a67d-e978-4697-8609-e2634f48beed" providerId="ADAL" clId="{495AEDAF-9A2A-476C-B0E9-A0E838698EE0}" dt="2025-08-11T12:45:28.040" v="1358" actId="14100"/>
          <ac:spMkLst>
            <pc:docMk/>
            <pc:sldMk cId="2880417810" sldId="256"/>
            <ac:spMk id="158" creationId="{524CCF18-EB01-31C4-E378-5D1AF2308070}"/>
          </ac:spMkLst>
        </pc:spChg>
        <pc:spChg chg="add mod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187" creationId="{B0713B28-7DAE-666E-3D70-C53D0D6E1F72}"/>
          </ac:spMkLst>
        </pc:spChg>
        <pc:spChg chg="add mod">
          <ac:chgData name="Robin Dethienne" userId="8808a67d-e978-4697-8609-e2634f48beed" providerId="ADAL" clId="{495AEDAF-9A2A-476C-B0E9-A0E838698EE0}" dt="2025-08-11T12:49:23.092" v="1477" actId="1076"/>
          <ac:spMkLst>
            <pc:docMk/>
            <pc:sldMk cId="2880417810" sldId="256"/>
            <ac:spMk id="189" creationId="{51EE1F45-0F22-63F6-0056-7D945C397389}"/>
          </ac:spMkLst>
        </pc:spChg>
        <pc:spChg chg="add mod">
          <ac:chgData name="Robin Dethienne" userId="8808a67d-e978-4697-8609-e2634f48beed" providerId="ADAL" clId="{495AEDAF-9A2A-476C-B0E9-A0E838698EE0}" dt="2025-08-11T12:49:05.380" v="1474" actId="20577"/>
          <ac:spMkLst>
            <pc:docMk/>
            <pc:sldMk cId="2880417810" sldId="256"/>
            <ac:spMk id="190" creationId="{97D1716A-99D4-74F4-BEAF-EBB53B24420E}"/>
          </ac:spMkLst>
        </pc:spChg>
        <pc:cxnChg chg="add mod">
          <ac:chgData name="Robin Dethienne" userId="8808a67d-e978-4697-8609-e2634f48beed" providerId="ADAL" clId="{495AEDAF-9A2A-476C-B0E9-A0E838698EE0}" dt="2025-08-11T12:46:14.977" v="1377" actId="14100"/>
          <ac:cxnSpMkLst>
            <pc:docMk/>
            <pc:sldMk cId="2880417810" sldId="256"/>
            <ac:cxnSpMk id="6" creationId="{50BEA368-1C1C-1E11-7C95-36223569BB59}"/>
          </ac:cxnSpMkLst>
        </pc:cxnChg>
        <pc:cxnChg chg="add mod">
          <ac:chgData name="Robin Dethienne" userId="8808a67d-e978-4697-8609-e2634f48beed" providerId="ADAL" clId="{495AEDAF-9A2A-476C-B0E9-A0E838698EE0}" dt="2025-08-11T12:46:09.573" v="1375" actId="14100"/>
          <ac:cxnSpMkLst>
            <pc:docMk/>
            <pc:sldMk cId="2880417810" sldId="256"/>
            <ac:cxnSpMk id="11" creationId="{2D9C67AE-2973-A9AB-60AF-B75E57B26CE5}"/>
          </ac:cxnSpMkLst>
        </pc:cxnChg>
        <pc:cxnChg chg="add mod">
          <ac:chgData name="Robin Dethienne" userId="8808a67d-e978-4697-8609-e2634f48beed" providerId="ADAL" clId="{495AEDAF-9A2A-476C-B0E9-A0E838698EE0}" dt="2025-08-11T12:44:31.529" v="1336" actId="1035"/>
          <ac:cxnSpMkLst>
            <pc:docMk/>
            <pc:sldMk cId="2880417810" sldId="256"/>
            <ac:cxnSpMk id="40" creationId="{F12FAF30-7122-D402-E8BE-97AF74CA2349}"/>
          </ac:cxnSpMkLst>
        </pc:cxnChg>
        <pc:cxnChg chg="add mod">
          <ac:chgData name="Robin Dethienne" userId="8808a67d-e978-4697-8609-e2634f48beed" providerId="ADAL" clId="{495AEDAF-9A2A-476C-B0E9-A0E838698EE0}" dt="2025-08-11T12:45:30.310" v="1364" actId="1036"/>
          <ac:cxnSpMkLst>
            <pc:docMk/>
            <pc:sldMk cId="2880417810" sldId="256"/>
            <ac:cxnSpMk id="41" creationId="{4A948640-847B-3211-4390-368765E816D3}"/>
          </ac:cxnSpMkLst>
        </pc:cxnChg>
        <pc:cxnChg chg="add mod">
          <ac:chgData name="Robin Dethienne" userId="8808a67d-e978-4697-8609-e2634f48beed" providerId="ADAL" clId="{495AEDAF-9A2A-476C-B0E9-A0E838698EE0}" dt="2025-08-11T12:45:31.976" v="1370" actId="1036"/>
          <ac:cxnSpMkLst>
            <pc:docMk/>
            <pc:sldMk cId="2880417810" sldId="256"/>
            <ac:cxnSpMk id="42" creationId="{287BCA26-FB8E-C376-E932-3CBC458C6918}"/>
          </ac:cxnSpMkLst>
        </pc:cxnChg>
        <pc:cxnChg chg="add mod">
          <ac:chgData name="Robin Dethienne" userId="8808a67d-e978-4697-8609-e2634f48beed" providerId="ADAL" clId="{495AEDAF-9A2A-476C-B0E9-A0E838698EE0}" dt="2025-08-11T12:47:15.555" v="1413" actId="14100"/>
          <ac:cxnSpMkLst>
            <pc:docMk/>
            <pc:sldMk cId="2880417810" sldId="256"/>
            <ac:cxnSpMk id="57" creationId="{B341324D-D5BE-EB87-44AB-50B2FDF88CD2}"/>
          </ac:cxnSpMkLst>
        </pc:cxnChg>
        <pc:cxnChg chg="add mod">
          <ac:chgData name="Robin Dethienne" userId="8808a67d-e978-4697-8609-e2634f48beed" providerId="ADAL" clId="{495AEDAF-9A2A-476C-B0E9-A0E838698EE0}" dt="2025-08-11T12:49:30.078" v="1478" actId="1076"/>
          <ac:cxnSpMkLst>
            <pc:docMk/>
            <pc:sldMk cId="2880417810" sldId="256"/>
            <ac:cxnSpMk id="59" creationId="{546E4976-01AB-F949-3322-FB152B851C32}"/>
          </ac:cxnSpMkLst>
        </pc:cxnChg>
        <pc:cxnChg chg="add mod">
          <ac:chgData name="Robin Dethienne" userId="8808a67d-e978-4697-8609-e2634f48beed" providerId="ADAL" clId="{495AEDAF-9A2A-476C-B0E9-A0E838698EE0}" dt="2025-08-11T12:47:15.555" v="1413" actId="14100"/>
          <ac:cxnSpMkLst>
            <pc:docMk/>
            <pc:sldMk cId="2880417810" sldId="256"/>
            <ac:cxnSpMk id="62" creationId="{FACAEB3C-17C8-173B-446D-9989763B4F08}"/>
          </ac:cxnSpMkLst>
        </pc:cxnChg>
        <pc:cxnChg chg="add mod">
          <ac:chgData name="Robin Dethienne" userId="8808a67d-e978-4697-8609-e2634f48beed" providerId="ADAL" clId="{495AEDAF-9A2A-476C-B0E9-A0E838698EE0}" dt="2025-08-11T12:47:15.555" v="1413" actId="14100"/>
          <ac:cxnSpMkLst>
            <pc:docMk/>
            <pc:sldMk cId="2880417810" sldId="256"/>
            <ac:cxnSpMk id="84" creationId="{ECE0015E-2E6D-AF53-27D2-87EF690B05BD}"/>
          </ac:cxnSpMkLst>
        </pc:cxnChg>
        <pc:cxnChg chg="add mod">
          <ac:chgData name="Robin Dethienne" userId="8808a67d-e978-4697-8609-e2634f48beed" providerId="ADAL" clId="{495AEDAF-9A2A-476C-B0E9-A0E838698EE0}" dt="2025-08-11T12:45:50.037" v="1371" actId="1076"/>
          <ac:cxnSpMkLst>
            <pc:docMk/>
            <pc:sldMk cId="2880417810" sldId="256"/>
            <ac:cxnSpMk id="89" creationId="{8BF5BD5A-ED47-6E9E-9B28-BA2B1A9628FE}"/>
          </ac:cxnSpMkLst>
        </pc:cxnChg>
        <pc:cxnChg chg="add mod">
          <ac:chgData name="Robin Dethienne" userId="8808a67d-e978-4697-8609-e2634f48beed" providerId="ADAL" clId="{495AEDAF-9A2A-476C-B0E9-A0E838698EE0}" dt="2025-08-11T12:49:30.078" v="1478" actId="1076"/>
          <ac:cxnSpMkLst>
            <pc:docMk/>
            <pc:sldMk cId="2880417810" sldId="256"/>
            <ac:cxnSpMk id="92" creationId="{334F13D9-DF81-E69A-37E7-663371C28307}"/>
          </ac:cxnSpMkLst>
        </pc:cxnChg>
        <pc:cxnChg chg="add mod">
          <ac:chgData name="Robin Dethienne" userId="8808a67d-e978-4697-8609-e2634f48beed" providerId="ADAL" clId="{495AEDAF-9A2A-476C-B0E9-A0E838698EE0}" dt="2025-08-11T12:39:45.307" v="1175" actId="1076"/>
          <ac:cxnSpMkLst>
            <pc:docMk/>
            <pc:sldMk cId="2880417810" sldId="256"/>
            <ac:cxnSpMk id="96" creationId="{378FD305-8BC8-0EB1-3B38-F29CAAD2B583}"/>
          </ac:cxnSpMkLst>
        </pc:cxnChg>
        <pc:cxnChg chg="add mod">
          <ac:chgData name="Robin Dethienne" userId="8808a67d-e978-4697-8609-e2634f48beed" providerId="ADAL" clId="{495AEDAF-9A2A-476C-B0E9-A0E838698EE0}" dt="2025-08-11T12:39:45.307" v="1175" actId="1076"/>
          <ac:cxnSpMkLst>
            <pc:docMk/>
            <pc:sldMk cId="2880417810" sldId="256"/>
            <ac:cxnSpMk id="99" creationId="{9BE1DB78-B058-AE42-DF82-992799D27ABE}"/>
          </ac:cxnSpMkLst>
        </pc:cxnChg>
        <pc:cxnChg chg="add mod">
          <ac:chgData name="Robin Dethienne" userId="8808a67d-e978-4697-8609-e2634f48beed" providerId="ADAL" clId="{495AEDAF-9A2A-476C-B0E9-A0E838698EE0}" dt="2025-08-11T12:47:15.555" v="1413" actId="14100"/>
          <ac:cxnSpMkLst>
            <pc:docMk/>
            <pc:sldMk cId="2880417810" sldId="256"/>
            <ac:cxnSpMk id="113" creationId="{E68A6EDD-60E1-968D-CCFF-6774BB7F118D}"/>
          </ac:cxnSpMkLst>
        </pc:cxnChg>
        <pc:cxnChg chg="add mod">
          <ac:chgData name="Robin Dethienne" userId="8808a67d-e978-4697-8609-e2634f48beed" providerId="ADAL" clId="{495AEDAF-9A2A-476C-B0E9-A0E838698EE0}" dt="2025-08-11T12:49:30.078" v="1478" actId="1076"/>
          <ac:cxnSpMkLst>
            <pc:docMk/>
            <pc:sldMk cId="2880417810" sldId="256"/>
            <ac:cxnSpMk id="118" creationId="{FC8F2B6C-0433-C5B8-CCF3-F89A93A91609}"/>
          </ac:cxnSpMkLst>
        </pc:cxnChg>
        <pc:cxnChg chg="add mod">
          <ac:chgData name="Robin Dethienne" userId="8808a67d-e978-4697-8609-e2634f48beed" providerId="ADAL" clId="{495AEDAF-9A2A-476C-B0E9-A0E838698EE0}" dt="2025-08-11T12:39:56.926" v="1178" actId="1076"/>
          <ac:cxnSpMkLst>
            <pc:docMk/>
            <pc:sldMk cId="2880417810" sldId="256"/>
            <ac:cxnSpMk id="125" creationId="{28B57513-8FBB-CD62-36FC-A75864DDBD19}"/>
          </ac:cxnSpMkLst>
        </pc:cxnChg>
        <pc:cxnChg chg="add mod">
          <ac:chgData name="Robin Dethienne" userId="8808a67d-e978-4697-8609-e2634f48beed" providerId="ADAL" clId="{495AEDAF-9A2A-476C-B0E9-A0E838698EE0}" dt="2025-08-11T12:39:56.926" v="1178" actId="1076"/>
          <ac:cxnSpMkLst>
            <pc:docMk/>
            <pc:sldMk cId="2880417810" sldId="256"/>
            <ac:cxnSpMk id="129" creationId="{71B16D9F-DC5C-3F4A-49FE-B2DDB3F45A41}"/>
          </ac:cxnSpMkLst>
        </pc:cxnChg>
        <pc:cxnChg chg="add mod">
          <ac:chgData name="Robin Dethienne" userId="8808a67d-e978-4697-8609-e2634f48beed" providerId="ADAL" clId="{495AEDAF-9A2A-476C-B0E9-A0E838698EE0}" dt="2025-08-11T12:49:30.078" v="1478" actId="1076"/>
          <ac:cxnSpMkLst>
            <pc:docMk/>
            <pc:sldMk cId="2880417810" sldId="256"/>
            <ac:cxnSpMk id="132" creationId="{46EFA49A-CA2B-3558-04CA-E04371A47ACC}"/>
          </ac:cxnSpMkLst>
        </pc:cxnChg>
      </pc:sldChg>
      <pc:sldChg chg="addSp modSp mod">
        <pc:chgData name="Robin Dethienne" userId="8808a67d-e978-4697-8609-e2634f48beed" providerId="ADAL" clId="{495AEDAF-9A2A-476C-B0E9-A0E838698EE0}" dt="2025-08-20T12:49:18.264" v="1490" actId="20577"/>
        <pc:sldMkLst>
          <pc:docMk/>
          <pc:sldMk cId="443766437" sldId="258"/>
        </pc:sldMkLst>
        <pc:spChg chg="add mod">
          <ac:chgData name="Robin Dethienne" userId="8808a67d-e978-4697-8609-e2634f48beed" providerId="ADAL" clId="{495AEDAF-9A2A-476C-B0E9-A0E838698EE0}" dt="2025-08-20T12:49:18.264" v="1490" actId="20577"/>
          <ac:spMkLst>
            <pc:docMk/>
            <pc:sldMk cId="443766437" sldId="258"/>
            <ac:spMk id="2" creationId="{16CFD16E-A6D6-5EDF-8C48-BF2DBFA12C84}"/>
          </ac:spMkLst>
        </pc:spChg>
        <pc:picChg chg="mod">
          <ac:chgData name="Robin Dethienne" userId="8808a67d-e978-4697-8609-e2634f48beed" providerId="ADAL" clId="{495AEDAF-9A2A-476C-B0E9-A0E838698EE0}" dt="2025-08-19T10:04:36.614" v="1483" actId="1076"/>
          <ac:picMkLst>
            <pc:docMk/>
            <pc:sldMk cId="443766437" sldId="258"/>
            <ac:picMk id="217" creationId="{A9FE4666-0D7F-E335-DA7B-795287070D08}"/>
          </ac:picMkLst>
        </pc:picChg>
      </pc:sldChg>
      <pc:sldChg chg="addSp delSp modSp add mod">
        <pc:chgData name="Robin Dethienne" userId="8808a67d-e978-4697-8609-e2634f48beed" providerId="ADAL" clId="{495AEDAF-9A2A-476C-B0E9-A0E838698EE0}" dt="2025-08-21T11:41:50.331" v="3691" actId="1076"/>
        <pc:sldMkLst>
          <pc:docMk/>
          <pc:sldMk cId="1131045744" sldId="259"/>
        </pc:sldMkLst>
        <pc:spChg chg="add del mod">
          <ac:chgData name="Robin Dethienne" userId="8808a67d-e978-4697-8609-e2634f48beed" providerId="ADAL" clId="{495AEDAF-9A2A-476C-B0E9-A0E838698EE0}" dt="2025-08-20T12:52:39.110" v="1559" actId="478"/>
          <ac:spMkLst>
            <pc:docMk/>
            <pc:sldMk cId="1131045744" sldId="259"/>
            <ac:spMk id="2" creationId="{766CA8E3-0F1F-8353-20D0-63BBF13E5CEB}"/>
          </ac:spMkLst>
        </pc:spChg>
        <pc:spChg chg="mod">
          <ac:chgData name="Robin Dethienne" userId="8808a67d-e978-4697-8609-e2634f48beed" providerId="ADAL" clId="{495AEDAF-9A2A-476C-B0E9-A0E838698EE0}" dt="2025-08-20T12:55:33.343" v="1760" actId="1037"/>
          <ac:spMkLst>
            <pc:docMk/>
            <pc:sldMk cId="1131045744" sldId="259"/>
            <ac:spMk id="8" creationId="{477C5363-05F1-F2E9-384D-B194801B7EFB}"/>
          </ac:spMkLst>
        </pc:spChg>
        <pc:spChg chg="mod">
          <ac:chgData name="Robin Dethienne" userId="8808a67d-e978-4697-8609-e2634f48beed" providerId="ADAL" clId="{495AEDAF-9A2A-476C-B0E9-A0E838698EE0}" dt="2025-08-20T13:08:50.926" v="2881" actId="1037"/>
          <ac:spMkLst>
            <pc:docMk/>
            <pc:sldMk cId="1131045744" sldId="259"/>
            <ac:spMk id="9" creationId="{CAF9F920-C968-B093-68FF-B020E9EA006D}"/>
          </ac:spMkLst>
        </pc:spChg>
        <pc:spChg chg="add mod">
          <ac:chgData name="Robin Dethienne" userId="8808a67d-e978-4697-8609-e2634f48beed" providerId="ADAL" clId="{495AEDAF-9A2A-476C-B0E9-A0E838698EE0}" dt="2025-08-20T12:52:16.355" v="1523" actId="14100"/>
          <ac:spMkLst>
            <pc:docMk/>
            <pc:sldMk cId="1131045744" sldId="259"/>
            <ac:spMk id="10" creationId="{8505A30B-C5AB-9CBF-B90C-0E0C8DA3EC31}"/>
          </ac:spMkLst>
        </pc:spChg>
        <pc:spChg chg="mod">
          <ac:chgData name="Robin Dethienne" userId="8808a67d-e978-4697-8609-e2634f48beed" providerId="ADAL" clId="{495AEDAF-9A2A-476C-B0E9-A0E838698EE0}" dt="2025-08-20T13:12:34.250" v="3167" actId="14100"/>
          <ac:spMkLst>
            <pc:docMk/>
            <pc:sldMk cId="1131045744" sldId="259"/>
            <ac:spMk id="12" creationId="{DDC0B996-3D85-9D2D-5BF6-CD83F13C05D0}"/>
          </ac:spMkLst>
        </pc:spChg>
        <pc:spChg chg="mod">
          <ac:chgData name="Robin Dethienne" userId="8808a67d-e978-4697-8609-e2634f48beed" providerId="ADAL" clId="{495AEDAF-9A2A-476C-B0E9-A0E838698EE0}" dt="2025-08-20T12:55:33.343" v="1760" actId="1037"/>
          <ac:spMkLst>
            <pc:docMk/>
            <pc:sldMk cId="1131045744" sldId="259"/>
            <ac:spMk id="13" creationId="{E8DCA4F1-04FA-2898-5743-1EBAC14CBF0B}"/>
          </ac:spMkLst>
        </pc:spChg>
        <pc:spChg chg="mod">
          <ac:chgData name="Robin Dethienne" userId="8808a67d-e978-4697-8609-e2634f48beed" providerId="ADAL" clId="{495AEDAF-9A2A-476C-B0E9-A0E838698EE0}" dt="2025-08-20T13:08:50.926" v="2881" actId="1037"/>
          <ac:spMkLst>
            <pc:docMk/>
            <pc:sldMk cId="1131045744" sldId="259"/>
            <ac:spMk id="18" creationId="{AE6F748F-F83C-D165-3CD5-D3665B6C351F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25" creationId="{9F29C27E-097B-1039-60C0-55D9406DE19A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26" creationId="{DFEFEE87-76C9-B3AB-E342-59ED84DE4828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27" creationId="{B56DF4AF-015F-DE87-4528-676D7AA9A345}"/>
          </ac:spMkLst>
        </pc:spChg>
        <pc:spChg chg="add mod">
          <ac:chgData name="Robin Dethienne" userId="8808a67d-e978-4697-8609-e2634f48beed" providerId="ADAL" clId="{495AEDAF-9A2A-476C-B0E9-A0E838698EE0}" dt="2025-08-20T12:52:42.372" v="1560"/>
          <ac:spMkLst>
            <pc:docMk/>
            <pc:sldMk cId="1131045744" sldId="259"/>
            <ac:spMk id="29" creationId="{52F2B96B-4E3C-63D1-883E-031D66F03285}"/>
          </ac:spMkLst>
        </pc:spChg>
        <pc:spChg chg="mod">
          <ac:chgData name="Robin Dethienne" userId="8808a67d-e978-4697-8609-e2634f48beed" providerId="ADAL" clId="{495AEDAF-9A2A-476C-B0E9-A0E838698EE0}" dt="2025-08-20T13:12:45.346" v="3168" actId="552"/>
          <ac:spMkLst>
            <pc:docMk/>
            <pc:sldMk cId="1131045744" sldId="259"/>
            <ac:spMk id="30" creationId="{308F6182-E417-F9DF-CA16-6BDC5EEA39BC}"/>
          </ac:spMkLst>
        </pc:spChg>
        <pc:spChg chg="mod">
          <ac:chgData name="Robin Dethienne" userId="8808a67d-e978-4697-8609-e2634f48beed" providerId="ADAL" clId="{495AEDAF-9A2A-476C-B0E9-A0E838698EE0}" dt="2025-08-20T13:12:45.346" v="3168" actId="552"/>
          <ac:spMkLst>
            <pc:docMk/>
            <pc:sldMk cId="1131045744" sldId="259"/>
            <ac:spMk id="31" creationId="{3C2CBC3F-CA96-D596-7473-1EFB041A8125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32" creationId="{777D5649-2A1D-0DA9-FC63-C9E10F4A6765}"/>
          </ac:spMkLst>
        </pc:spChg>
        <pc:spChg chg="add del mod">
          <ac:chgData name="Robin Dethienne" userId="8808a67d-e978-4697-8609-e2634f48beed" providerId="ADAL" clId="{495AEDAF-9A2A-476C-B0E9-A0E838698EE0}" dt="2025-08-20T12:57:08.483" v="1867" actId="478"/>
          <ac:spMkLst>
            <pc:docMk/>
            <pc:sldMk cId="1131045744" sldId="259"/>
            <ac:spMk id="33" creationId="{550D2069-87A2-45C6-C326-3F7DBC4FF859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34" creationId="{5B8A8839-A1FD-0368-3D98-9BDDCEE4A920}"/>
          </ac:spMkLst>
        </pc:spChg>
        <pc:spChg chg="add mod">
          <ac:chgData name="Robin Dethienne" userId="8808a67d-e978-4697-8609-e2634f48beed" providerId="ADAL" clId="{495AEDAF-9A2A-476C-B0E9-A0E838698EE0}" dt="2025-08-20T13:09:59.760" v="2902" actId="208"/>
          <ac:spMkLst>
            <pc:docMk/>
            <pc:sldMk cId="1131045744" sldId="259"/>
            <ac:spMk id="35" creationId="{1F6F96F9-97D5-F243-709F-4483E8F65962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36" creationId="{279A9A62-13DE-248A-1E82-4271676FDD49}"/>
          </ac:spMkLst>
        </pc:spChg>
        <pc:spChg chg="mod">
          <ac:chgData name="Robin Dethienne" userId="8808a67d-e978-4697-8609-e2634f48beed" providerId="ADAL" clId="{495AEDAF-9A2A-476C-B0E9-A0E838698EE0}" dt="2025-08-20T12:56:13.893" v="1790" actId="14100"/>
          <ac:spMkLst>
            <pc:docMk/>
            <pc:sldMk cId="1131045744" sldId="259"/>
            <ac:spMk id="37" creationId="{8497C18D-89CE-9838-FD09-7816A77C057F}"/>
          </ac:spMkLst>
        </pc:spChg>
        <pc:spChg chg="mod">
          <ac:chgData name="Robin Dethienne" userId="8808a67d-e978-4697-8609-e2634f48beed" providerId="ADAL" clId="{495AEDAF-9A2A-476C-B0E9-A0E838698EE0}" dt="2025-08-20T12:55:33.343" v="1760" actId="1037"/>
          <ac:spMkLst>
            <pc:docMk/>
            <pc:sldMk cId="1131045744" sldId="259"/>
            <ac:spMk id="38" creationId="{8C455F3F-1429-FE62-2659-E51B1D1DBE66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39" creationId="{141063CC-8EF7-5259-70D1-2006DBE6F15B}"/>
          </ac:spMkLst>
        </pc:spChg>
        <pc:spChg chg="del mod">
          <ac:chgData name="Robin Dethienne" userId="8808a67d-e978-4697-8609-e2634f48beed" providerId="ADAL" clId="{495AEDAF-9A2A-476C-B0E9-A0E838698EE0}" dt="2025-08-20T13:24:18.394" v="3401" actId="478"/>
          <ac:spMkLst>
            <pc:docMk/>
            <pc:sldMk cId="1131045744" sldId="259"/>
            <ac:spMk id="43" creationId="{D77F3286-A118-ABE4-D8A0-E709E44F6301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44" creationId="{8CE24D5E-501D-2C12-DEF4-162016503CD5}"/>
          </ac:spMkLst>
        </pc:spChg>
        <pc:spChg chg="add del mod">
          <ac:chgData name="Robin Dethienne" userId="8808a67d-e978-4697-8609-e2634f48beed" providerId="ADAL" clId="{495AEDAF-9A2A-476C-B0E9-A0E838698EE0}" dt="2025-08-20T12:53:46.515" v="1608" actId="478"/>
          <ac:spMkLst>
            <pc:docMk/>
            <pc:sldMk cId="1131045744" sldId="259"/>
            <ac:spMk id="45" creationId="{1F189F32-184E-EA11-1FDE-59BD5C00B46C}"/>
          </ac:spMkLst>
        </pc:spChg>
        <pc:spChg chg="add mod">
          <ac:chgData name="Robin Dethienne" userId="8808a67d-e978-4697-8609-e2634f48beed" providerId="ADAL" clId="{495AEDAF-9A2A-476C-B0E9-A0E838698EE0}" dt="2025-08-20T13:09:42.623" v="2896" actId="14100"/>
          <ac:spMkLst>
            <pc:docMk/>
            <pc:sldMk cId="1131045744" sldId="259"/>
            <ac:spMk id="46" creationId="{80742E4F-6E3D-2C8E-CE49-9040BC5C1F4C}"/>
          </ac:spMkLst>
        </pc:spChg>
        <pc:spChg chg="mod">
          <ac:chgData name="Robin Dethienne" userId="8808a67d-e978-4697-8609-e2634f48beed" providerId="ADAL" clId="{495AEDAF-9A2A-476C-B0E9-A0E838698EE0}" dt="2025-08-20T13:28:15.389" v="3627" actId="1038"/>
          <ac:spMkLst>
            <pc:docMk/>
            <pc:sldMk cId="1131045744" sldId="259"/>
            <ac:spMk id="47" creationId="{C2C7F993-8A1B-C419-1ACC-BC04155F90D1}"/>
          </ac:spMkLst>
        </pc:spChg>
        <pc:spChg chg="mod">
          <ac:chgData name="Robin Dethienne" userId="8808a67d-e978-4697-8609-e2634f48beed" providerId="ADAL" clId="{495AEDAF-9A2A-476C-B0E9-A0E838698EE0}" dt="2025-08-20T13:08:50.926" v="2881" actId="1037"/>
          <ac:spMkLst>
            <pc:docMk/>
            <pc:sldMk cId="1131045744" sldId="259"/>
            <ac:spMk id="49" creationId="{33A8A22B-2F85-1847-1124-2178C6129C4D}"/>
          </ac:spMkLst>
        </pc:spChg>
        <pc:spChg chg="add mod">
          <ac:chgData name="Robin Dethienne" userId="8808a67d-e978-4697-8609-e2634f48beed" providerId="ADAL" clId="{495AEDAF-9A2A-476C-B0E9-A0E838698EE0}" dt="2025-08-20T13:08:56.124" v="2886" actId="1037"/>
          <ac:spMkLst>
            <pc:docMk/>
            <pc:sldMk cId="1131045744" sldId="259"/>
            <ac:spMk id="50" creationId="{396A814A-0827-A682-93F3-41EF1D4CF31F}"/>
          </ac:spMkLst>
        </pc:spChg>
        <pc:spChg chg="add mod">
          <ac:chgData name="Robin Dethienne" userId="8808a67d-e978-4697-8609-e2634f48beed" providerId="ADAL" clId="{495AEDAF-9A2A-476C-B0E9-A0E838698EE0}" dt="2025-08-21T11:40:45.586" v="3668" actId="20577"/>
          <ac:spMkLst>
            <pc:docMk/>
            <pc:sldMk cId="1131045744" sldId="259"/>
            <ac:spMk id="51" creationId="{D32CDDC3-CA29-FA70-7E3C-A75C4C1524B6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52" creationId="{7A7DAD90-3757-37DA-59B6-5E87B01CD57F}"/>
          </ac:spMkLst>
        </pc:spChg>
        <pc:spChg chg="mod">
          <ac:chgData name="Robin Dethienne" userId="8808a67d-e978-4697-8609-e2634f48beed" providerId="ADAL" clId="{495AEDAF-9A2A-476C-B0E9-A0E838698EE0}" dt="2025-08-20T12:52:10.042" v="1516" actId="14100"/>
          <ac:spMkLst>
            <pc:docMk/>
            <pc:sldMk cId="1131045744" sldId="259"/>
            <ac:spMk id="53" creationId="{4F4AFE64-7E4A-381D-A5A1-2F9FC5A7CC6F}"/>
          </ac:spMkLst>
        </pc:spChg>
        <pc:spChg chg="add mod">
          <ac:chgData name="Robin Dethienne" userId="8808a67d-e978-4697-8609-e2634f48beed" providerId="ADAL" clId="{495AEDAF-9A2A-476C-B0E9-A0E838698EE0}" dt="2025-08-20T13:08:56.124" v="2886" actId="1037"/>
          <ac:spMkLst>
            <pc:docMk/>
            <pc:sldMk cId="1131045744" sldId="259"/>
            <ac:spMk id="54" creationId="{9EEC0D8C-E310-B054-074C-F0AEE5AC5142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55" creationId="{18046EC3-1084-806D-B78B-189E31CB99DA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56" creationId="{61FE4E61-246C-442A-4513-85039C4CD2DB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57" creationId="{EC2922B7-A7EE-7AA4-EF96-5685BE3147FE}"/>
          </ac:spMkLst>
        </pc:spChg>
        <pc:spChg chg="add mod">
          <ac:chgData name="Robin Dethienne" userId="8808a67d-e978-4697-8609-e2634f48beed" providerId="ADAL" clId="{495AEDAF-9A2A-476C-B0E9-A0E838698EE0}" dt="2025-08-21T11:41:31.515" v="3688" actId="14100"/>
          <ac:spMkLst>
            <pc:docMk/>
            <pc:sldMk cId="1131045744" sldId="259"/>
            <ac:spMk id="58" creationId="{D3C535AE-7EBE-E08F-69EE-D9D64EB77A18}"/>
          </ac:spMkLst>
        </pc:spChg>
        <pc:spChg chg="add mod">
          <ac:chgData name="Robin Dethienne" userId="8808a67d-e978-4697-8609-e2634f48beed" providerId="ADAL" clId="{495AEDAF-9A2A-476C-B0E9-A0E838698EE0}" dt="2025-08-20T13:15:37.914" v="3185" actId="20577"/>
          <ac:spMkLst>
            <pc:docMk/>
            <pc:sldMk cId="1131045744" sldId="259"/>
            <ac:spMk id="59" creationId="{E0FE53FF-3377-334A-C59F-C7B056274641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60" creationId="{B33F1364-46BA-0DA0-34C4-B91292D6D068}"/>
          </ac:spMkLst>
        </pc:spChg>
        <pc:spChg chg="add mod">
          <ac:chgData name="Robin Dethienne" userId="8808a67d-e978-4697-8609-e2634f48beed" providerId="ADAL" clId="{495AEDAF-9A2A-476C-B0E9-A0E838698EE0}" dt="2025-08-20T13:25:20.511" v="3439" actId="1036"/>
          <ac:spMkLst>
            <pc:docMk/>
            <pc:sldMk cId="1131045744" sldId="259"/>
            <ac:spMk id="61" creationId="{7E042821-A8AE-6D93-1721-742F8160F7FA}"/>
          </ac:spMkLst>
        </pc:spChg>
        <pc:spChg chg="add mod">
          <ac:chgData name="Robin Dethienne" userId="8808a67d-e978-4697-8609-e2634f48beed" providerId="ADAL" clId="{495AEDAF-9A2A-476C-B0E9-A0E838698EE0}" dt="2025-08-20T13:11:49.852" v="3152" actId="1036"/>
          <ac:spMkLst>
            <pc:docMk/>
            <pc:sldMk cId="1131045744" sldId="259"/>
            <ac:spMk id="62" creationId="{9EBC7D7E-F980-5AEC-4694-C29F9CE43D8F}"/>
          </ac:spMkLst>
        </pc:spChg>
        <pc:spChg chg="add mod">
          <ac:chgData name="Robin Dethienne" userId="8808a67d-e978-4697-8609-e2634f48beed" providerId="ADAL" clId="{495AEDAF-9A2A-476C-B0E9-A0E838698EE0}" dt="2025-08-20T13:11:42.073" v="3135" actId="1076"/>
          <ac:spMkLst>
            <pc:docMk/>
            <pc:sldMk cId="1131045744" sldId="259"/>
            <ac:spMk id="63" creationId="{44FF698A-58DF-27CD-48A1-9FBE49D3220A}"/>
          </ac:spMkLst>
        </pc:spChg>
        <pc:spChg chg="add mod">
          <ac:chgData name="Robin Dethienne" userId="8808a67d-e978-4697-8609-e2634f48beed" providerId="ADAL" clId="{495AEDAF-9A2A-476C-B0E9-A0E838698EE0}" dt="2025-08-20T13:16:59.687" v="3194" actId="14100"/>
          <ac:spMkLst>
            <pc:docMk/>
            <pc:sldMk cId="1131045744" sldId="259"/>
            <ac:spMk id="70" creationId="{19DEB96A-6A94-57C5-2C29-4CB79D0561F3}"/>
          </ac:spMkLst>
        </pc:spChg>
        <pc:spChg chg="add mod">
          <ac:chgData name="Robin Dethienne" userId="8808a67d-e978-4697-8609-e2634f48beed" providerId="ADAL" clId="{495AEDAF-9A2A-476C-B0E9-A0E838698EE0}" dt="2025-08-20T13:21:01.176" v="3284" actId="1076"/>
          <ac:spMkLst>
            <pc:docMk/>
            <pc:sldMk cId="1131045744" sldId="259"/>
            <ac:spMk id="72" creationId="{DA85A269-686A-F5B4-B2B5-986AB8EA2E0A}"/>
          </ac:spMkLst>
        </pc:spChg>
        <pc:spChg chg="mod">
          <ac:chgData name="Robin Dethienne" userId="8808a67d-e978-4697-8609-e2634f48beed" providerId="ADAL" clId="{495AEDAF-9A2A-476C-B0E9-A0E838698EE0}" dt="2025-08-20T13:08:50.926" v="2881" actId="1037"/>
          <ac:spMkLst>
            <pc:docMk/>
            <pc:sldMk cId="1131045744" sldId="259"/>
            <ac:spMk id="73" creationId="{BD86181E-53D8-18E9-A502-DFBC62EE4D1E}"/>
          </ac:spMkLst>
        </pc:spChg>
        <pc:spChg chg="add mod">
          <ac:chgData name="Robin Dethienne" userId="8808a67d-e978-4697-8609-e2634f48beed" providerId="ADAL" clId="{495AEDAF-9A2A-476C-B0E9-A0E838698EE0}" dt="2025-08-20T13:22:48.747" v="3364" actId="1036"/>
          <ac:spMkLst>
            <pc:docMk/>
            <pc:sldMk cId="1131045744" sldId="259"/>
            <ac:spMk id="74" creationId="{C64CBEE3-3FF6-F1AF-E778-72EE61A47B72}"/>
          </ac:spMkLst>
        </pc:spChg>
        <pc:spChg chg="add mod">
          <ac:chgData name="Robin Dethienne" userId="8808a67d-e978-4697-8609-e2634f48beed" providerId="ADAL" clId="{495AEDAF-9A2A-476C-B0E9-A0E838698EE0}" dt="2025-08-20T13:20:56.448" v="3283" actId="1076"/>
          <ac:spMkLst>
            <pc:docMk/>
            <pc:sldMk cId="1131045744" sldId="259"/>
            <ac:spMk id="75" creationId="{CF2F7CC7-F0C2-4924-EC6A-6B918206737E}"/>
          </ac:spMkLst>
        </pc:spChg>
        <pc:spChg chg="mod">
          <ac:chgData name="Robin Dethienne" userId="8808a67d-e978-4697-8609-e2634f48beed" providerId="ADAL" clId="{495AEDAF-9A2A-476C-B0E9-A0E838698EE0}" dt="2025-08-20T13:02:51.783" v="2393" actId="20577"/>
          <ac:spMkLst>
            <pc:docMk/>
            <pc:sldMk cId="1131045744" sldId="259"/>
            <ac:spMk id="80" creationId="{A95BCDF4-F310-2B66-C6E3-A682036ABBB6}"/>
          </ac:spMkLst>
        </pc:spChg>
        <pc:spChg chg="mod">
          <ac:chgData name="Robin Dethienne" userId="8808a67d-e978-4697-8609-e2634f48beed" providerId="ADAL" clId="{495AEDAF-9A2A-476C-B0E9-A0E838698EE0}" dt="2025-08-20T13:11:53.284" v="3153" actId="1076"/>
          <ac:spMkLst>
            <pc:docMk/>
            <pc:sldMk cId="1131045744" sldId="259"/>
            <ac:spMk id="81" creationId="{04BBFDDE-AE08-EF5F-A9F3-F5E506262A14}"/>
          </ac:spMkLst>
        </pc:spChg>
        <pc:spChg chg="mod">
          <ac:chgData name="Robin Dethienne" userId="8808a67d-e978-4697-8609-e2634f48beed" providerId="ADAL" clId="{495AEDAF-9A2A-476C-B0E9-A0E838698EE0}" dt="2025-08-20T13:11:49.852" v="3152" actId="1036"/>
          <ac:spMkLst>
            <pc:docMk/>
            <pc:sldMk cId="1131045744" sldId="259"/>
            <ac:spMk id="82" creationId="{ADB5835B-DD61-924A-5A5A-2BEABD3D8C1D}"/>
          </ac:spMkLst>
        </pc:spChg>
        <pc:spChg chg="add mod">
          <ac:chgData name="Robin Dethienne" userId="8808a67d-e978-4697-8609-e2634f48beed" providerId="ADAL" clId="{495AEDAF-9A2A-476C-B0E9-A0E838698EE0}" dt="2025-08-20T13:21:01.176" v="3284" actId="1076"/>
          <ac:spMkLst>
            <pc:docMk/>
            <pc:sldMk cId="1131045744" sldId="259"/>
            <ac:spMk id="83" creationId="{6EC9E602-E39E-E944-E62A-4EF118741BBB}"/>
          </ac:spMkLst>
        </pc:spChg>
        <pc:spChg chg="add mod">
          <ac:chgData name="Robin Dethienne" userId="8808a67d-e978-4697-8609-e2634f48beed" providerId="ADAL" clId="{495AEDAF-9A2A-476C-B0E9-A0E838698EE0}" dt="2025-08-20T13:20:51.840" v="3282" actId="1076"/>
          <ac:spMkLst>
            <pc:docMk/>
            <pc:sldMk cId="1131045744" sldId="259"/>
            <ac:spMk id="84" creationId="{D7EA039D-E840-DDA2-A045-C75DBC7E4CA9}"/>
          </ac:spMkLst>
        </pc:spChg>
        <pc:spChg chg="add mod">
          <ac:chgData name="Robin Dethienne" userId="8808a67d-e978-4697-8609-e2634f48beed" providerId="ADAL" clId="{495AEDAF-9A2A-476C-B0E9-A0E838698EE0}" dt="2025-08-20T13:23:17.994" v="3380" actId="20577"/>
          <ac:spMkLst>
            <pc:docMk/>
            <pc:sldMk cId="1131045744" sldId="259"/>
            <ac:spMk id="88" creationId="{F4933B55-4FA3-E974-8858-E87EBBD1226E}"/>
          </ac:spMkLst>
        </pc:spChg>
        <pc:spChg chg="add mod">
          <ac:chgData name="Robin Dethienne" userId="8808a67d-e978-4697-8609-e2634f48beed" providerId="ADAL" clId="{495AEDAF-9A2A-476C-B0E9-A0E838698EE0}" dt="2025-08-20T13:23:39.072" v="3396" actId="20577"/>
          <ac:spMkLst>
            <pc:docMk/>
            <pc:sldMk cId="1131045744" sldId="259"/>
            <ac:spMk id="98" creationId="{786AB5CE-42AC-7EC6-3D4F-9ACD31EAF4A7}"/>
          </ac:spMkLst>
        </pc:spChg>
        <pc:spChg chg="add del">
          <ac:chgData name="Robin Dethienne" userId="8808a67d-e978-4697-8609-e2634f48beed" providerId="ADAL" clId="{495AEDAF-9A2A-476C-B0E9-A0E838698EE0}" dt="2025-08-20T13:23:53.849" v="3398" actId="478"/>
          <ac:spMkLst>
            <pc:docMk/>
            <pc:sldMk cId="1131045744" sldId="259"/>
            <ac:spMk id="100" creationId="{FC7C055A-6212-E682-2B8A-B4CD564AF0EB}"/>
          </ac:spMkLst>
        </pc:spChg>
        <pc:spChg chg="add mod">
          <ac:chgData name="Robin Dethienne" userId="8808a67d-e978-4697-8609-e2634f48beed" providerId="ADAL" clId="{495AEDAF-9A2A-476C-B0E9-A0E838698EE0}" dt="2025-08-20T13:29:08.046" v="3654"/>
          <ac:spMkLst>
            <pc:docMk/>
            <pc:sldMk cId="1131045744" sldId="259"/>
            <ac:spMk id="104" creationId="{63786F2D-ED10-6BF8-D956-624A8380D320}"/>
          </ac:spMkLst>
        </pc:spChg>
        <pc:spChg chg="mod">
          <ac:chgData name="Robin Dethienne" userId="8808a67d-e978-4697-8609-e2634f48beed" providerId="ADAL" clId="{495AEDAF-9A2A-476C-B0E9-A0E838698EE0}" dt="2025-08-20T13:11:39.983" v="3134" actId="14100"/>
          <ac:spMkLst>
            <pc:docMk/>
            <pc:sldMk cId="1131045744" sldId="259"/>
            <ac:spMk id="151" creationId="{D7CB374F-D1A4-40F4-E5E9-3B9EFB3DB654}"/>
          </ac:spMkLst>
        </pc:spChg>
        <pc:spChg chg="mod">
          <ac:chgData name="Robin Dethienne" userId="8808a67d-e978-4697-8609-e2634f48beed" providerId="ADAL" clId="{495AEDAF-9A2A-476C-B0E9-A0E838698EE0}" dt="2025-08-20T13:11:46.978" v="3136" actId="14100"/>
          <ac:spMkLst>
            <pc:docMk/>
            <pc:sldMk cId="1131045744" sldId="259"/>
            <ac:spMk id="152" creationId="{233919C1-D0FA-B894-D94D-32006BF51EE0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154" creationId="{AC10FB20-3E74-82F5-960C-B8C4156E0D91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158" creationId="{8B78EDCD-193C-3164-D222-F813548BE902}"/>
          </ac:spMkLst>
        </pc:spChg>
        <pc:spChg chg="mod">
          <ac:chgData name="Robin Dethienne" userId="8808a67d-e978-4697-8609-e2634f48beed" providerId="ADAL" clId="{495AEDAF-9A2A-476C-B0E9-A0E838698EE0}" dt="2025-08-20T13:08:50.926" v="2881" actId="1037"/>
          <ac:spMkLst>
            <pc:docMk/>
            <pc:sldMk cId="1131045744" sldId="259"/>
            <ac:spMk id="168" creationId="{6B57767E-534B-3AAD-EE6B-ECAC0F208AF6}"/>
          </ac:spMkLst>
        </pc:spChg>
        <pc:spChg chg="mod">
          <ac:chgData name="Robin Dethienne" userId="8808a67d-e978-4697-8609-e2634f48beed" providerId="ADAL" clId="{495AEDAF-9A2A-476C-B0E9-A0E838698EE0}" dt="2025-08-20T13:28:03.930" v="3618" actId="20577"/>
          <ac:spMkLst>
            <pc:docMk/>
            <pc:sldMk cId="1131045744" sldId="259"/>
            <ac:spMk id="169" creationId="{068F0570-BFF3-EA48-993D-13265CE2FEEA}"/>
          </ac:spMkLst>
        </pc:spChg>
        <pc:spChg chg="mod">
          <ac:chgData name="Robin Dethienne" userId="8808a67d-e978-4697-8609-e2634f48beed" providerId="ADAL" clId="{495AEDAF-9A2A-476C-B0E9-A0E838698EE0}" dt="2025-08-20T13:08:50.926" v="2881" actId="1037"/>
          <ac:spMkLst>
            <pc:docMk/>
            <pc:sldMk cId="1131045744" sldId="259"/>
            <ac:spMk id="187" creationId="{B091DA7E-C2DB-93DB-1A2C-19E88B9BF85F}"/>
          </ac:spMkLst>
        </pc:spChg>
        <pc:spChg chg="mod">
          <ac:chgData name="Robin Dethienne" userId="8808a67d-e978-4697-8609-e2634f48beed" providerId="ADAL" clId="{495AEDAF-9A2A-476C-B0E9-A0E838698EE0}" dt="2025-08-20T13:12:45.346" v="3168" actId="552"/>
          <ac:spMkLst>
            <pc:docMk/>
            <pc:sldMk cId="1131045744" sldId="259"/>
            <ac:spMk id="190" creationId="{5F9B2FFC-FD6D-26C2-15A8-06EC04A6DAAF}"/>
          </ac:spMkLst>
        </pc:spChg>
        <pc:spChg chg="mod">
          <ac:chgData name="Robin Dethienne" userId="8808a67d-e978-4697-8609-e2634f48beed" providerId="ADAL" clId="{495AEDAF-9A2A-476C-B0E9-A0E838698EE0}" dt="2025-08-20T13:17:03.402" v="3195" actId="14100"/>
          <ac:spMkLst>
            <pc:docMk/>
            <pc:sldMk cId="1131045744" sldId="259"/>
            <ac:spMk id="192" creationId="{42A96E75-6DD4-B324-7873-36A7BCBB1B3C}"/>
          </ac:spMkLst>
        </pc:spChg>
        <pc:spChg chg="mod">
          <ac:chgData name="Robin Dethienne" userId="8808a67d-e978-4697-8609-e2634f48beed" providerId="ADAL" clId="{495AEDAF-9A2A-476C-B0E9-A0E838698EE0}" dt="2025-08-20T13:12:45.346" v="3168" actId="552"/>
          <ac:spMkLst>
            <pc:docMk/>
            <pc:sldMk cId="1131045744" sldId="259"/>
            <ac:spMk id="194" creationId="{8D4C25E2-8982-8529-DCD6-44453A5A2BAF}"/>
          </ac:spMkLst>
        </pc:spChg>
        <pc:spChg chg="mod">
          <ac:chgData name="Robin Dethienne" userId="8808a67d-e978-4697-8609-e2634f48beed" providerId="ADAL" clId="{495AEDAF-9A2A-476C-B0E9-A0E838698EE0}" dt="2025-08-20T13:12:45.346" v="3168" actId="552"/>
          <ac:spMkLst>
            <pc:docMk/>
            <pc:sldMk cId="1131045744" sldId="259"/>
            <ac:spMk id="195" creationId="{845796C3-4D1B-7637-AF6F-2291F51DBC79}"/>
          </ac:spMkLst>
        </pc:spChg>
        <pc:spChg chg="mod">
          <ac:chgData name="Robin Dethienne" userId="8808a67d-e978-4697-8609-e2634f48beed" providerId="ADAL" clId="{495AEDAF-9A2A-476C-B0E9-A0E838698EE0}" dt="2025-08-20T13:12:45.346" v="3168" actId="552"/>
          <ac:spMkLst>
            <pc:docMk/>
            <pc:sldMk cId="1131045744" sldId="259"/>
            <ac:spMk id="196" creationId="{F3948927-24DF-2233-087D-97F50EC280E2}"/>
          </ac:spMkLst>
        </pc:spChg>
        <pc:spChg chg="mod">
          <ac:chgData name="Robin Dethienne" userId="8808a67d-e978-4697-8609-e2634f48beed" providerId="ADAL" clId="{495AEDAF-9A2A-476C-B0E9-A0E838698EE0}" dt="2025-08-20T13:25:02" v="3410" actId="1036"/>
          <ac:spMkLst>
            <pc:docMk/>
            <pc:sldMk cId="1131045744" sldId="259"/>
            <ac:spMk id="216" creationId="{B612931D-45F6-2852-CB21-5B0C90EB7B68}"/>
          </ac:spMkLst>
        </pc:spChg>
        <pc:picChg chg="add mod">
          <ac:chgData name="Robin Dethienne" userId="8808a67d-e978-4697-8609-e2634f48beed" providerId="ADAL" clId="{495AEDAF-9A2A-476C-B0E9-A0E838698EE0}" dt="2025-08-21T11:41:50.331" v="3691" actId="1076"/>
          <ac:picMkLst>
            <pc:docMk/>
            <pc:sldMk cId="1131045744" sldId="259"/>
            <ac:picMk id="2" creationId="{DD8C64E7-340E-CFE4-21C0-5A2547D43930}"/>
          </ac:picMkLst>
        </pc:picChg>
        <pc:picChg chg="add mod">
          <ac:chgData name="Robin Dethienne" userId="8808a67d-e978-4697-8609-e2634f48beed" providerId="ADAL" clId="{495AEDAF-9A2A-476C-B0E9-A0E838698EE0}" dt="2025-08-20T13:17:32.536" v="3199" actId="1076"/>
          <ac:picMkLst>
            <pc:docMk/>
            <pc:sldMk cId="1131045744" sldId="259"/>
            <ac:picMk id="71" creationId="{5338D42A-6AC1-4A73-668B-707C064904A6}"/>
          </ac:picMkLst>
        </pc:picChg>
        <pc:picChg chg="add mod">
          <ac:chgData name="Robin Dethienne" userId="8808a67d-e978-4697-8609-e2634f48beed" providerId="ADAL" clId="{495AEDAF-9A2A-476C-B0E9-A0E838698EE0}" dt="2025-08-20T13:29:16.953" v="3657" actId="1076"/>
          <ac:picMkLst>
            <pc:docMk/>
            <pc:sldMk cId="1131045744" sldId="259"/>
            <ac:picMk id="105" creationId="{7C692524-8025-A835-7513-29A254129AAE}"/>
          </ac:picMkLst>
        </pc:picChg>
        <pc:picChg chg="del">
          <ac:chgData name="Robin Dethienne" userId="8808a67d-e978-4697-8609-e2634f48beed" providerId="ADAL" clId="{495AEDAF-9A2A-476C-B0E9-A0E838698EE0}" dt="2025-08-20T12:50:13.433" v="1492" actId="478"/>
          <ac:picMkLst>
            <pc:docMk/>
            <pc:sldMk cId="1131045744" sldId="259"/>
            <ac:picMk id="217" creationId="{0AA3041E-5245-7C9B-3590-848A244CACFF}"/>
          </ac:picMkLst>
        </pc:picChg>
        <pc:cxnChg chg="mod">
          <ac:chgData name="Robin Dethienne" userId="8808a67d-e978-4697-8609-e2634f48beed" providerId="ADAL" clId="{495AEDAF-9A2A-476C-B0E9-A0E838698EE0}" dt="2025-08-20T12:55:33.343" v="1760" actId="1037"/>
          <ac:cxnSpMkLst>
            <pc:docMk/>
            <pc:sldMk cId="1131045744" sldId="259"/>
            <ac:cxnSpMk id="6" creationId="{D37E1F4B-CB96-683B-C55E-F7DC99AF98D9}"/>
          </ac:cxnSpMkLst>
        </pc:cxnChg>
        <pc:cxnChg chg="mod">
          <ac:chgData name="Robin Dethienne" userId="8808a67d-e978-4697-8609-e2634f48beed" providerId="ADAL" clId="{495AEDAF-9A2A-476C-B0E9-A0E838698EE0}" dt="2025-08-20T12:55:33.343" v="1760" actId="1037"/>
          <ac:cxnSpMkLst>
            <pc:docMk/>
            <pc:sldMk cId="1131045744" sldId="259"/>
            <ac:cxnSpMk id="11" creationId="{791A99D1-8312-FA82-6243-E3A34EDC666C}"/>
          </ac:cxnSpMkLst>
        </pc:cxnChg>
        <pc:cxnChg chg="mod">
          <ac:chgData name="Robin Dethienne" userId="8808a67d-e978-4697-8609-e2634f48beed" providerId="ADAL" clId="{495AEDAF-9A2A-476C-B0E9-A0E838698EE0}" dt="2025-08-20T13:25:13.083" v="3419" actId="1036"/>
          <ac:cxnSpMkLst>
            <pc:docMk/>
            <pc:sldMk cId="1131045744" sldId="259"/>
            <ac:cxnSpMk id="40" creationId="{D783C384-084B-E8AF-C2E4-A68484D13C55}"/>
          </ac:cxnSpMkLst>
        </pc:cxnChg>
        <pc:cxnChg chg="mod">
          <ac:chgData name="Robin Dethienne" userId="8808a67d-e978-4697-8609-e2634f48beed" providerId="ADAL" clId="{495AEDAF-9A2A-476C-B0E9-A0E838698EE0}" dt="2025-08-20T13:25:06.595" v="3412" actId="14100"/>
          <ac:cxnSpMkLst>
            <pc:docMk/>
            <pc:sldMk cId="1131045744" sldId="259"/>
            <ac:cxnSpMk id="41" creationId="{38D6EE9F-508F-396A-086D-4D159415C3DF}"/>
          </ac:cxnSpMkLst>
        </pc:cxnChg>
        <pc:cxnChg chg="mod">
          <ac:chgData name="Robin Dethienne" userId="8808a67d-e978-4697-8609-e2634f48beed" providerId="ADAL" clId="{495AEDAF-9A2A-476C-B0E9-A0E838698EE0}" dt="2025-08-20T13:25:08.630" v="3413" actId="14100"/>
          <ac:cxnSpMkLst>
            <pc:docMk/>
            <pc:sldMk cId="1131045744" sldId="259"/>
            <ac:cxnSpMk id="42" creationId="{5A2837C6-57AB-7B6F-21A9-B8FDE00E2762}"/>
          </ac:cxnSpMkLst>
        </pc:cxnChg>
        <pc:cxnChg chg="add mod">
          <ac:chgData name="Robin Dethienne" userId="8808a67d-e978-4697-8609-e2634f48beed" providerId="ADAL" clId="{495AEDAF-9A2A-476C-B0E9-A0E838698EE0}" dt="2025-08-20T13:16:32.867" v="3188" actId="14100"/>
          <ac:cxnSpMkLst>
            <pc:docMk/>
            <pc:sldMk cId="1131045744" sldId="259"/>
            <ac:cxnSpMk id="64" creationId="{56281DDF-F627-6AFD-CB1C-4DE0F2AFE2D5}"/>
          </ac:cxnSpMkLst>
        </pc:cxnChg>
        <pc:cxnChg chg="add mod">
          <ac:chgData name="Robin Dethienne" userId="8808a67d-e978-4697-8609-e2634f48beed" providerId="ADAL" clId="{495AEDAF-9A2A-476C-B0E9-A0E838698EE0}" dt="2025-08-20T13:16:37.285" v="3191" actId="14100"/>
          <ac:cxnSpMkLst>
            <pc:docMk/>
            <pc:sldMk cId="1131045744" sldId="259"/>
            <ac:cxnSpMk id="67" creationId="{A9AD4F19-58B9-38DD-03C2-994B1EF7DBD3}"/>
          </ac:cxnSpMkLst>
        </pc:cxnChg>
        <pc:cxnChg chg="add mod">
          <ac:chgData name="Robin Dethienne" userId="8808a67d-e978-4697-8609-e2634f48beed" providerId="ADAL" clId="{495AEDAF-9A2A-476C-B0E9-A0E838698EE0}" dt="2025-08-20T13:22:44.919" v="3357" actId="1036"/>
          <ac:cxnSpMkLst>
            <pc:docMk/>
            <pc:sldMk cId="1131045744" sldId="259"/>
            <ac:cxnSpMk id="85" creationId="{B99DD8A3-0F51-3B21-FB75-7156C8D34ADE}"/>
          </ac:cxnSpMkLst>
        </pc:cxnChg>
        <pc:cxnChg chg="add del mod">
          <ac:chgData name="Robin Dethienne" userId="8808a67d-e978-4697-8609-e2634f48beed" providerId="ADAL" clId="{495AEDAF-9A2A-476C-B0E9-A0E838698EE0}" dt="2025-08-20T13:22:10.377" v="3319" actId="478"/>
          <ac:cxnSpMkLst>
            <pc:docMk/>
            <pc:sldMk cId="1131045744" sldId="259"/>
            <ac:cxnSpMk id="90" creationId="{4B4EDE95-2BBC-AEBF-E160-F167A8BD1B7E}"/>
          </ac:cxnSpMkLst>
        </pc:cxnChg>
        <pc:cxnChg chg="add mod">
          <ac:chgData name="Robin Dethienne" userId="8808a67d-e978-4697-8609-e2634f48beed" providerId="ADAL" clId="{495AEDAF-9A2A-476C-B0E9-A0E838698EE0}" dt="2025-08-20T13:23:00.573" v="3368" actId="14100"/>
          <ac:cxnSpMkLst>
            <pc:docMk/>
            <pc:sldMk cId="1131045744" sldId="259"/>
            <ac:cxnSpMk id="94" creationId="{381F5F3D-EF1A-1E8E-583D-BC73643605A9}"/>
          </ac:cxnSpMkLst>
        </pc:cxnChg>
        <pc:cxnChg chg="del mod">
          <ac:chgData name="Robin Dethienne" userId="8808a67d-e978-4697-8609-e2634f48beed" providerId="ADAL" clId="{495AEDAF-9A2A-476C-B0E9-A0E838698EE0}" dt="2025-08-20T13:02:37.499" v="2387" actId="478"/>
          <ac:cxnSpMkLst>
            <pc:docMk/>
            <pc:sldMk cId="1131045744" sldId="259"/>
            <ac:cxnSpMk id="96" creationId="{0A98DC83-2FC6-DB7B-70C6-C438426057A0}"/>
          </ac:cxnSpMkLst>
        </pc:cxnChg>
        <pc:cxnChg chg="del mod">
          <ac:chgData name="Robin Dethienne" userId="8808a67d-e978-4697-8609-e2634f48beed" providerId="ADAL" clId="{495AEDAF-9A2A-476C-B0E9-A0E838698EE0}" dt="2025-08-20T13:02:37.499" v="2387" actId="478"/>
          <ac:cxnSpMkLst>
            <pc:docMk/>
            <pc:sldMk cId="1131045744" sldId="259"/>
            <ac:cxnSpMk id="118" creationId="{72F8FC13-1035-1EEE-2BE4-7886F8ACD303}"/>
          </ac:cxnSpMkLst>
        </pc:cxnChg>
        <pc:cxnChg chg="mod">
          <ac:chgData name="Robin Dethienne" userId="8808a67d-e978-4697-8609-e2634f48beed" providerId="ADAL" clId="{495AEDAF-9A2A-476C-B0E9-A0E838698EE0}" dt="2025-08-20T12:52:10.042" v="1516" actId="14100"/>
          <ac:cxnSpMkLst>
            <pc:docMk/>
            <pc:sldMk cId="1131045744" sldId="259"/>
            <ac:cxnSpMk id="205" creationId="{CAF57AA2-8296-2253-6352-11E2CFDB7917}"/>
          </ac:cxnSpMkLst>
        </pc:cxnChg>
        <pc:cxnChg chg="mod">
          <ac:chgData name="Robin Dethienne" userId="8808a67d-e978-4697-8609-e2634f48beed" providerId="ADAL" clId="{495AEDAF-9A2A-476C-B0E9-A0E838698EE0}" dt="2025-08-20T12:52:10.042" v="1516" actId="14100"/>
          <ac:cxnSpMkLst>
            <pc:docMk/>
            <pc:sldMk cId="1131045744" sldId="259"/>
            <ac:cxnSpMk id="207" creationId="{5B13E95E-9E6E-434D-2730-CF7B69BF544D}"/>
          </ac:cxnSpMkLst>
        </pc:cxnChg>
        <pc:cxnChg chg="add del mod">
          <ac:chgData name="Robin Dethienne" userId="8808a67d-e978-4697-8609-e2634f48beed" providerId="ADAL" clId="{495AEDAF-9A2A-476C-B0E9-A0E838698EE0}" dt="2025-08-20T13:02:43.517" v="2389" actId="478"/>
          <ac:cxnSpMkLst>
            <pc:docMk/>
            <pc:sldMk cId="1131045744" sldId="259"/>
            <ac:cxnSpMk id="210" creationId="{A2E6E131-4532-A97E-80FD-3F87054FF345}"/>
          </ac:cxnSpMkLst>
        </pc:cxnChg>
        <pc:cxnChg chg="mod">
          <ac:chgData name="Robin Dethienne" userId="8808a67d-e978-4697-8609-e2634f48beed" providerId="ADAL" clId="{495AEDAF-9A2A-476C-B0E9-A0E838698EE0}" dt="2025-08-20T12:52:10.042" v="1516" actId="14100"/>
          <ac:cxnSpMkLst>
            <pc:docMk/>
            <pc:sldMk cId="1131045744" sldId="259"/>
            <ac:cxnSpMk id="213" creationId="{6C279F60-29B0-A09C-5965-9D556EEF4F2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7958-3A51-79B7-E4F7-23A183829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ACC41-1E88-DA1A-A257-D98428D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0EF1E-2D02-A54C-FF5C-71F7C676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CF004-C779-A8EF-5898-11FC9136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D7A41-930F-ACC2-3BA3-3C5D8374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9980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F45B-638D-AE7D-014C-8E164AD0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28E1-B505-D5D7-2F49-D393B151D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B198F-C5CF-F86A-8FAB-59952E6D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E402A-A91D-7FA4-7027-CEDCFC846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6B7D-9022-A67D-6FB1-8CEBD954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6680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0286-F40C-412B-6D79-FB3D1DF8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1D2EA-9224-3252-7BB5-310ADD3EC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CF8C-CD33-92F0-0092-38AA8D2A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D7863-EA3F-C043-9B7E-70582E966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3EEAE-5BF3-85C6-0631-BC62812C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63111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660E-866D-E659-57DB-6185E960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A3E3-23B7-660C-297F-6708083E9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ACD79-5250-9278-7AC9-1BB25AD92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0BAD6-B3CB-1E28-2570-F41AB572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7A0A7-EC16-2703-387F-5A3DAB18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66F39-C18D-9C1D-7777-E37BED19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7302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9297-1B67-5527-8FB8-AF350D698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31D19-62E7-7951-4EF8-B654FEFB1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6DEF0-FA0D-F23E-6AFA-C3BF836A6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4849-AE61-D888-5DCA-E12CE14AE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0A984-9C6F-4982-3BE6-99F9D276C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5D207-A16C-9317-FAB7-86A80230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50DA6-7D76-782A-5983-BB3D7187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E019F5-1EF4-7EBB-AE93-A332B01C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679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4088-0C78-91B3-DD06-7B40742D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5FEED-A507-F02B-AE92-73F52B0E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AC2DC-2CF8-0F46-D89A-114B565B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BA1AA-CD30-5ED1-4BF1-7213D409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848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06FA5-424F-E9B4-2285-CC105BDF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45EBFF-ACC8-F872-5768-E4B30771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11503-A98C-476E-1EB1-A403C5F3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7842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DC53-3D92-FD8A-A520-0034D7C9F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2E7B-3D82-A463-C0FA-D7E32899E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9AB65-483A-4E94-8BF8-650D70D35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5CFA2-FE2C-7325-0486-DD7BEF6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240C4-7618-F0B2-E188-93A393F58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F42EA-B4B7-AF76-FF50-B6BCE10B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85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24066-BD77-814B-488D-D332CCA2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D61D4-A4A4-15D0-843A-E5DBDA57C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D66A9-BA3E-7A64-F914-CF338FED1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67825-C153-FE75-5AC9-C3B372595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4BE60-E899-9DFE-62D4-23AC6C61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FC4BE-C6FD-29E9-6A76-4E4B742F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6088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CF8F-258D-5601-C1CC-37E01E77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F8103-98B3-D083-DBE7-A4C00FB2D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29E9F-C0C0-7EA8-9345-EBF762F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8DB26-6CC0-3BD0-8331-B2899362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60ED0-05F0-6277-1AD4-448052C2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99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69648-EB7B-5D70-FCA5-329FD0E7E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17227-CDCF-8E51-D56B-67B404EE9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29E78-0170-E355-F959-5D105D98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33A0B-D35E-2E6A-2BF3-7E0C8F347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DC72C-1900-B992-D723-C4EBF636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0691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8811B-8881-9821-F940-65F3E0E8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566F3-FA27-0697-5CBA-50387AF5B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8C2D9-B891-C66A-4F5A-05F96AF6D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6EFE2-34A2-493A-8ACC-FA3F7C05F841}" type="datetimeFigureOut">
              <a:rPr lang="en-BE" smtClean="0"/>
              <a:t>21/08/2025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1D59-F1F0-94A3-6CD8-635491306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CEFEE-4BE8-56B2-A4D3-CFEE80CD5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199F8-DF35-4600-AC0B-3D24911DE43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83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57">
            <a:extLst>
              <a:ext uri="{FF2B5EF4-FFF2-40B4-BE49-F238E27FC236}">
                <a16:creationId xmlns:a16="http://schemas.microsoft.com/office/drawing/2014/main" id="{524CCF18-EB01-31C4-E378-5D1AF2308070}"/>
              </a:ext>
            </a:extLst>
          </p:cNvPr>
          <p:cNvSpPr/>
          <p:nvPr/>
        </p:nvSpPr>
        <p:spPr>
          <a:xfrm>
            <a:off x="3495072" y="5635164"/>
            <a:ext cx="8341872" cy="5641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A6A734A-5905-BF53-9A79-48BB1569EEC2}"/>
              </a:ext>
            </a:extLst>
          </p:cNvPr>
          <p:cNvSpPr/>
          <p:nvPr/>
        </p:nvSpPr>
        <p:spPr>
          <a:xfrm>
            <a:off x="3484749" y="807007"/>
            <a:ext cx="8339243" cy="27100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8E5C3F2-0850-1F61-6477-7ACE45F6376A}"/>
              </a:ext>
            </a:extLst>
          </p:cNvPr>
          <p:cNvSpPr/>
          <p:nvPr/>
        </p:nvSpPr>
        <p:spPr>
          <a:xfrm>
            <a:off x="7327076" y="807008"/>
            <a:ext cx="4491280" cy="6598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BEA368-1C1C-1E11-7C95-36223569BB59}"/>
              </a:ext>
            </a:extLst>
          </p:cNvPr>
          <p:cNvCxnSpPr>
            <a:cxnSpLocks/>
          </p:cNvCxnSpPr>
          <p:nvPr/>
        </p:nvCxnSpPr>
        <p:spPr>
          <a:xfrm flipH="1">
            <a:off x="1909522" y="807007"/>
            <a:ext cx="6815" cy="120038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917FB5-47A9-8258-1FC7-B496AF69C1B8}"/>
              </a:ext>
            </a:extLst>
          </p:cNvPr>
          <p:cNvSpPr txBox="1"/>
          <p:nvPr/>
        </p:nvSpPr>
        <p:spPr>
          <a:xfrm rot="16200000">
            <a:off x="835414" y="4004810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Background</a:t>
            </a:r>
            <a:endParaRPr lang="en-B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B4918-AA25-16C6-5AEE-FA80DC347B8D}"/>
              </a:ext>
            </a:extLst>
          </p:cNvPr>
          <p:cNvSpPr txBox="1"/>
          <p:nvPr/>
        </p:nvSpPr>
        <p:spPr>
          <a:xfrm rot="16200000">
            <a:off x="842946" y="1240965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Foreground</a:t>
            </a:r>
            <a:endParaRPr lang="en-BE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9C67AE-2973-A9AB-60AF-B75E57B26CE5}"/>
              </a:ext>
            </a:extLst>
          </p:cNvPr>
          <p:cNvCxnSpPr>
            <a:cxnSpLocks/>
          </p:cNvCxnSpPr>
          <p:nvPr/>
        </p:nvCxnSpPr>
        <p:spPr>
          <a:xfrm flipH="1">
            <a:off x="1885188" y="2035838"/>
            <a:ext cx="19258" cy="338942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D6629E-166B-6F0C-CD01-F91CB2457558}"/>
              </a:ext>
            </a:extLst>
          </p:cNvPr>
          <p:cNvSpPr txBox="1"/>
          <p:nvPr/>
        </p:nvSpPr>
        <p:spPr>
          <a:xfrm>
            <a:off x="2059829" y="4135947"/>
            <a:ext cx="134522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BW2 LCA original 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database 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(</a:t>
            </a:r>
            <a:r>
              <a:rPr lang="en-US" sz="1400" dirty="0" err="1">
                <a:solidFill>
                  <a:schemeClr val="accent2"/>
                </a:solidFill>
              </a:rPr>
              <a:t>ecoinvent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3.9.1_cutoff)</a:t>
            </a:r>
            <a:endParaRPr lang="en-BE" sz="1400" dirty="0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8813C-D55C-2DA5-E764-5B47E4BF8E65}"/>
              </a:ext>
            </a:extLst>
          </p:cNvPr>
          <p:cNvSpPr/>
          <p:nvPr/>
        </p:nvSpPr>
        <p:spPr>
          <a:xfrm>
            <a:off x="3484749" y="3606905"/>
            <a:ext cx="8341872" cy="17576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7E1E5-04CA-0C2E-3DC9-E3142927A78D}"/>
              </a:ext>
            </a:extLst>
          </p:cNvPr>
          <p:cNvSpPr/>
          <p:nvPr/>
        </p:nvSpPr>
        <p:spPr>
          <a:xfrm>
            <a:off x="4953930" y="3891056"/>
            <a:ext cx="55778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6E6249-58F0-BF0E-244D-04DD1369D67C}"/>
              </a:ext>
            </a:extLst>
          </p:cNvPr>
          <p:cNvSpPr/>
          <p:nvPr/>
        </p:nvSpPr>
        <p:spPr>
          <a:xfrm>
            <a:off x="5686354" y="3891056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Diode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79AB2-FAFF-8B4B-AAA0-42DE34698BB7}"/>
              </a:ext>
            </a:extLst>
          </p:cNvPr>
          <p:cNvSpPr/>
          <p:nvPr/>
        </p:nvSpPr>
        <p:spPr>
          <a:xfrm>
            <a:off x="6624188" y="3891056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PCB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E107ED-DA73-14B6-AF40-DD2B9FE2E4AB}"/>
              </a:ext>
            </a:extLst>
          </p:cNvPr>
          <p:cNvSpPr/>
          <p:nvPr/>
        </p:nvSpPr>
        <p:spPr>
          <a:xfrm>
            <a:off x="4952174" y="4306780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Wafer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A215FB-3913-674E-3D67-B79053F9863A}"/>
              </a:ext>
            </a:extLst>
          </p:cNvPr>
          <p:cNvSpPr/>
          <p:nvPr/>
        </p:nvSpPr>
        <p:spPr>
          <a:xfrm>
            <a:off x="5886387" y="4306780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Gold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568D02-AD26-496B-DC03-12100716E030}"/>
              </a:ext>
            </a:extLst>
          </p:cNvPr>
          <p:cNvSpPr/>
          <p:nvPr/>
        </p:nvSpPr>
        <p:spPr>
          <a:xfrm>
            <a:off x="6827739" y="4310800"/>
            <a:ext cx="98108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Copper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D40FC7-D951-8408-73BE-24336512BB07}"/>
              </a:ext>
            </a:extLst>
          </p:cNvPr>
          <p:cNvSpPr/>
          <p:nvPr/>
        </p:nvSpPr>
        <p:spPr>
          <a:xfrm>
            <a:off x="7967691" y="4310800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FR4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1FB9F9-DC0B-DF97-B1C9-B21F8F2BCA1A}"/>
              </a:ext>
            </a:extLst>
          </p:cNvPr>
          <p:cNvSpPr/>
          <p:nvPr/>
        </p:nvSpPr>
        <p:spPr>
          <a:xfrm>
            <a:off x="8705974" y="4305672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Alu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308566-9064-C8B0-DF02-0D821DBFE633}"/>
              </a:ext>
            </a:extLst>
          </p:cNvPr>
          <p:cNvSpPr/>
          <p:nvPr/>
        </p:nvSpPr>
        <p:spPr>
          <a:xfrm>
            <a:off x="10108374" y="4934281"/>
            <a:ext cx="73152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Elec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AB062E-0A52-2445-B893-99C67F3E8FD9}"/>
              </a:ext>
            </a:extLst>
          </p:cNvPr>
          <p:cNvSpPr txBox="1"/>
          <p:nvPr/>
        </p:nvSpPr>
        <p:spPr>
          <a:xfrm>
            <a:off x="4921883" y="3496805"/>
            <a:ext cx="38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  <a:endParaRPr lang="en-BE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C15059-62D6-0E97-398C-EB1A8383A17C}"/>
              </a:ext>
            </a:extLst>
          </p:cNvPr>
          <p:cNvSpPr txBox="1"/>
          <p:nvPr/>
        </p:nvSpPr>
        <p:spPr>
          <a:xfrm>
            <a:off x="4886606" y="4983309"/>
            <a:ext cx="38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  <a:endParaRPr lang="en-BE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DD084E-5B1B-DF1D-CBC9-CC2734F89320}"/>
              </a:ext>
            </a:extLst>
          </p:cNvPr>
          <p:cNvSpPr/>
          <p:nvPr/>
        </p:nvSpPr>
        <p:spPr>
          <a:xfrm>
            <a:off x="4938702" y="5769837"/>
            <a:ext cx="2101593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Carbon dioxide, Air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985A9C-894F-4E08-A733-1B750DBF7406}"/>
              </a:ext>
            </a:extLst>
          </p:cNvPr>
          <p:cNvSpPr/>
          <p:nvPr/>
        </p:nvSpPr>
        <p:spPr>
          <a:xfrm>
            <a:off x="7151831" y="5769837"/>
            <a:ext cx="2101593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Arsenic ion, Water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D4C8CB-917C-CFDD-6571-18C736991E28}"/>
              </a:ext>
            </a:extLst>
          </p:cNvPr>
          <p:cNvSpPr/>
          <p:nvPr/>
        </p:nvSpPr>
        <p:spPr>
          <a:xfrm>
            <a:off x="9396319" y="5769837"/>
            <a:ext cx="1602889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Zinc II, Water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B17499-FBE7-4595-A7D8-405EDDE4FDF3}"/>
              </a:ext>
            </a:extLst>
          </p:cNvPr>
          <p:cNvSpPr/>
          <p:nvPr/>
        </p:nvSpPr>
        <p:spPr>
          <a:xfrm>
            <a:off x="10968788" y="4938738"/>
            <a:ext cx="80894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Water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57C4C6-5D74-1BD9-D891-15A78664BABA}"/>
              </a:ext>
            </a:extLst>
          </p:cNvPr>
          <p:cNvSpPr txBox="1"/>
          <p:nvPr/>
        </p:nvSpPr>
        <p:spPr>
          <a:xfrm>
            <a:off x="3484749" y="3939896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“component”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6101F4-6642-4DE4-765C-91040813A715}"/>
              </a:ext>
            </a:extLst>
          </p:cNvPr>
          <p:cNvSpPr txBox="1"/>
          <p:nvPr/>
        </p:nvSpPr>
        <p:spPr>
          <a:xfrm>
            <a:off x="3495959" y="4330396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“material”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9E246-0C0F-57A9-54C2-CF9FA3009A7D}"/>
              </a:ext>
            </a:extLst>
          </p:cNvPr>
          <p:cNvSpPr txBox="1"/>
          <p:nvPr/>
        </p:nvSpPr>
        <p:spPr>
          <a:xfrm>
            <a:off x="3557070" y="5740964"/>
            <a:ext cx="1203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Elementary flows</a:t>
            </a:r>
            <a:endParaRPr lang="en-BE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76B6ED-D8B1-C7B4-38C1-FC6E7DE29C59}"/>
              </a:ext>
            </a:extLst>
          </p:cNvPr>
          <p:cNvSpPr/>
          <p:nvPr/>
        </p:nvSpPr>
        <p:spPr>
          <a:xfrm>
            <a:off x="266700" y="5627120"/>
            <a:ext cx="11658600" cy="600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0785D-4074-FE9D-6482-CDE6711CCE15}"/>
              </a:ext>
            </a:extLst>
          </p:cNvPr>
          <p:cNvSpPr txBox="1"/>
          <p:nvPr/>
        </p:nvSpPr>
        <p:spPr>
          <a:xfrm>
            <a:off x="266700" y="5757903"/>
            <a:ext cx="1203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Biosphere</a:t>
            </a:r>
            <a:endParaRPr lang="en-BE" sz="16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6E40E2-3608-B6EA-7DCF-4685B2A47941}"/>
              </a:ext>
            </a:extLst>
          </p:cNvPr>
          <p:cNvSpPr/>
          <p:nvPr/>
        </p:nvSpPr>
        <p:spPr>
          <a:xfrm>
            <a:off x="266700" y="510543"/>
            <a:ext cx="11658600" cy="491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CEECFA-C3F0-F815-6556-C54A3C791618}"/>
              </a:ext>
            </a:extLst>
          </p:cNvPr>
          <p:cNvSpPr txBox="1"/>
          <p:nvPr/>
        </p:nvSpPr>
        <p:spPr>
          <a:xfrm>
            <a:off x="314082" y="510544"/>
            <a:ext cx="161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Technosphere</a:t>
            </a:r>
            <a:endParaRPr lang="en-BE" sz="1600" b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12FAF30-7122-D402-E8BE-97AF74CA2349}"/>
              </a:ext>
            </a:extLst>
          </p:cNvPr>
          <p:cNvCxnSpPr>
            <a:cxnSpLocks/>
          </p:cNvCxnSpPr>
          <p:nvPr/>
        </p:nvCxnSpPr>
        <p:spPr>
          <a:xfrm>
            <a:off x="5749227" y="5156984"/>
            <a:ext cx="0" cy="59992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A948640-847B-3211-4390-368765E816D3}"/>
              </a:ext>
            </a:extLst>
          </p:cNvPr>
          <p:cNvCxnSpPr>
            <a:cxnSpLocks/>
          </p:cNvCxnSpPr>
          <p:nvPr/>
        </p:nvCxnSpPr>
        <p:spPr>
          <a:xfrm flipH="1">
            <a:off x="7841298" y="5214134"/>
            <a:ext cx="7326" cy="5511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87BCA26-FB8E-C376-E932-3CBC458C6918}"/>
              </a:ext>
            </a:extLst>
          </p:cNvPr>
          <p:cNvCxnSpPr>
            <a:cxnSpLocks/>
          </p:cNvCxnSpPr>
          <p:nvPr/>
        </p:nvCxnSpPr>
        <p:spPr>
          <a:xfrm>
            <a:off x="10059480" y="5214134"/>
            <a:ext cx="0" cy="5511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223001B-86B5-E6C4-B3EB-B7834FBE4285}"/>
              </a:ext>
            </a:extLst>
          </p:cNvPr>
          <p:cNvSpPr txBox="1"/>
          <p:nvPr/>
        </p:nvSpPr>
        <p:spPr>
          <a:xfrm>
            <a:off x="3704031" y="5357476"/>
            <a:ext cx="2021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Life cycle inventory</a:t>
            </a:r>
            <a:endParaRPr lang="en-BE" sz="1600" b="1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BB0405-D398-7D6B-0461-24723B0FDE1E}"/>
              </a:ext>
            </a:extLst>
          </p:cNvPr>
          <p:cNvSpPr txBox="1"/>
          <p:nvPr/>
        </p:nvSpPr>
        <p:spPr>
          <a:xfrm>
            <a:off x="3442241" y="3606905"/>
            <a:ext cx="1481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bg1">
                    <a:lumMod val="50000"/>
                  </a:schemeClr>
                </a:solidFill>
              </a:rPr>
              <a:t>Abstraction level:</a:t>
            </a:r>
            <a:endParaRPr lang="en-BE" sz="1200" b="1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0B34AD-0352-8C22-9439-EB2A16D8CDDC}"/>
              </a:ext>
            </a:extLst>
          </p:cNvPr>
          <p:cNvSpPr txBox="1"/>
          <p:nvPr/>
        </p:nvSpPr>
        <p:spPr>
          <a:xfrm>
            <a:off x="1913476" y="712399"/>
            <a:ext cx="21300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BW2 foreground database: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FG 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Custom 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Modified act</a:t>
            </a:r>
            <a:endParaRPr lang="en-BE" sz="1400" dirty="0">
              <a:solidFill>
                <a:schemeClr val="accent4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4A0E07-811D-7FAA-1326-0B27AF940281}"/>
              </a:ext>
            </a:extLst>
          </p:cNvPr>
          <p:cNvSpPr/>
          <p:nvPr/>
        </p:nvSpPr>
        <p:spPr>
          <a:xfrm>
            <a:off x="4826836" y="956972"/>
            <a:ext cx="2245702" cy="3693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Production Device 1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A2C54D-372B-3F66-4427-7AE94287CB5A}"/>
              </a:ext>
            </a:extLst>
          </p:cNvPr>
          <p:cNvSpPr/>
          <p:nvPr/>
        </p:nvSpPr>
        <p:spPr>
          <a:xfrm>
            <a:off x="7783451" y="972585"/>
            <a:ext cx="2299747" cy="3693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Life cycle Device 2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1CCA743-14C5-E97C-F58B-900D1C97891C}"/>
              </a:ext>
            </a:extLst>
          </p:cNvPr>
          <p:cNvSpPr/>
          <p:nvPr/>
        </p:nvSpPr>
        <p:spPr>
          <a:xfrm>
            <a:off x="10437068" y="967074"/>
            <a:ext cx="1126750" cy="3693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341324D-D5BE-EB87-44AB-50B2FDF88CD2}"/>
              </a:ext>
            </a:extLst>
          </p:cNvPr>
          <p:cNvCxnSpPr>
            <a:cxnSpLocks/>
            <a:stCxn id="53" idx="2"/>
            <a:endCxn id="73" idx="0"/>
          </p:cNvCxnSpPr>
          <p:nvPr/>
        </p:nvCxnSpPr>
        <p:spPr>
          <a:xfrm flipH="1">
            <a:off x="4744684" y="1326305"/>
            <a:ext cx="1205003" cy="1080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46E4976-01AB-F949-3322-FB152B851C32}"/>
              </a:ext>
            </a:extLst>
          </p:cNvPr>
          <p:cNvCxnSpPr>
            <a:cxnSpLocks/>
            <a:stCxn id="53" idx="2"/>
            <a:endCxn id="22" idx="0"/>
          </p:cNvCxnSpPr>
          <p:nvPr/>
        </p:nvCxnSpPr>
        <p:spPr>
          <a:xfrm>
            <a:off x="5949687" y="1326305"/>
            <a:ext cx="4524447" cy="3607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ACAEB3C-17C8-173B-446D-9989763B4F08}"/>
              </a:ext>
            </a:extLst>
          </p:cNvPr>
          <p:cNvCxnSpPr>
            <a:cxnSpLocks/>
            <a:stCxn id="53" idx="2"/>
            <a:endCxn id="78" idx="0"/>
          </p:cNvCxnSpPr>
          <p:nvPr/>
        </p:nvCxnSpPr>
        <p:spPr>
          <a:xfrm>
            <a:off x="5949687" y="1326305"/>
            <a:ext cx="3250726" cy="1080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F78F9582-7F98-2BFC-1ADB-9DB3F092159F}"/>
              </a:ext>
            </a:extLst>
          </p:cNvPr>
          <p:cNvSpPr/>
          <p:nvPr/>
        </p:nvSpPr>
        <p:spPr>
          <a:xfrm>
            <a:off x="4016721" y="2406411"/>
            <a:ext cx="1455926" cy="338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 backend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4182393-BC48-FA1A-5520-2BDE85B036A7}"/>
              </a:ext>
            </a:extLst>
          </p:cNvPr>
          <p:cNvSpPr/>
          <p:nvPr/>
        </p:nvSpPr>
        <p:spPr>
          <a:xfrm>
            <a:off x="5540962" y="2406410"/>
            <a:ext cx="1455926" cy="338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 frontend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97F7990-8897-5FD7-B5D5-7F726DE075F9}"/>
              </a:ext>
            </a:extLst>
          </p:cNvPr>
          <p:cNvSpPr/>
          <p:nvPr/>
        </p:nvSpPr>
        <p:spPr>
          <a:xfrm>
            <a:off x="7892168" y="2406410"/>
            <a:ext cx="2616489" cy="338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Die-casted </a:t>
            </a:r>
            <a:r>
              <a:rPr lang="en-US" dirty="0" err="1">
                <a:solidFill>
                  <a:schemeClr val="tx1"/>
                </a:solidFill>
              </a:rPr>
              <a:t>aluminium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BF0AEE-AEF0-7452-009F-50C775B377EF}"/>
              </a:ext>
            </a:extLst>
          </p:cNvPr>
          <p:cNvSpPr/>
          <p:nvPr/>
        </p:nvSpPr>
        <p:spPr>
          <a:xfrm>
            <a:off x="10610178" y="2406410"/>
            <a:ext cx="1126750" cy="338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7C6DE8-6C88-A33B-B305-C93EA3EBA0B0}"/>
              </a:ext>
            </a:extLst>
          </p:cNvPr>
          <p:cNvSpPr txBox="1"/>
          <p:nvPr/>
        </p:nvSpPr>
        <p:spPr>
          <a:xfrm>
            <a:off x="3518571" y="873940"/>
            <a:ext cx="213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Foreground </a:t>
            </a:r>
          </a:p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Activity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CE0015E-2E6D-AF53-27D2-87EF690B05BD}"/>
              </a:ext>
            </a:extLst>
          </p:cNvPr>
          <p:cNvCxnSpPr>
            <a:cxnSpLocks/>
            <a:stCxn id="53" idx="2"/>
            <a:endCxn id="76" idx="0"/>
          </p:cNvCxnSpPr>
          <p:nvPr/>
        </p:nvCxnSpPr>
        <p:spPr>
          <a:xfrm>
            <a:off x="5949687" y="1326305"/>
            <a:ext cx="319238" cy="1080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BF5BD5A-ED47-6E9E-9B28-BA2B1A9628FE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001443" y="2744517"/>
            <a:ext cx="198970" cy="1561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34F13D9-DF81-E69A-37E7-663371C28307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200413" y="2744517"/>
            <a:ext cx="1273721" cy="2189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78FD305-8BC8-0EB1-3B38-F29CAAD2B583}"/>
              </a:ext>
            </a:extLst>
          </p:cNvPr>
          <p:cNvCxnSpPr>
            <a:cxnSpLocks/>
            <a:stCxn id="73" idx="2"/>
            <a:endCxn id="17" idx="0"/>
          </p:cNvCxnSpPr>
          <p:nvPr/>
        </p:nvCxnSpPr>
        <p:spPr>
          <a:xfrm>
            <a:off x="4744684" y="2744518"/>
            <a:ext cx="606778" cy="1562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BE1DB78-B058-AE42-DF82-992799D27ABE}"/>
              </a:ext>
            </a:extLst>
          </p:cNvPr>
          <p:cNvCxnSpPr>
            <a:cxnSpLocks/>
            <a:stCxn id="76" idx="2"/>
            <a:endCxn id="18" idx="0"/>
          </p:cNvCxnSpPr>
          <p:nvPr/>
        </p:nvCxnSpPr>
        <p:spPr>
          <a:xfrm>
            <a:off x="6268925" y="2744517"/>
            <a:ext cx="16750" cy="1562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3F40F69-898F-58F7-A8EB-060345A837DC}"/>
              </a:ext>
            </a:extLst>
          </p:cNvPr>
          <p:cNvSpPr/>
          <p:nvPr/>
        </p:nvSpPr>
        <p:spPr>
          <a:xfrm>
            <a:off x="9431706" y="4305672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68A6EDD-60E1-968D-CCFF-6774BB7F118D}"/>
              </a:ext>
            </a:extLst>
          </p:cNvPr>
          <p:cNvCxnSpPr>
            <a:cxnSpLocks/>
            <a:stCxn id="53" idx="2"/>
            <a:endCxn id="77" idx="0"/>
          </p:cNvCxnSpPr>
          <p:nvPr/>
        </p:nvCxnSpPr>
        <p:spPr>
          <a:xfrm>
            <a:off x="5949687" y="1326305"/>
            <a:ext cx="1836214" cy="1756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8A66E67-2CBB-8CB3-6C88-80A5CA73B88C}"/>
              </a:ext>
            </a:extLst>
          </p:cNvPr>
          <p:cNvSpPr txBox="1"/>
          <p:nvPr/>
        </p:nvSpPr>
        <p:spPr>
          <a:xfrm>
            <a:off x="3587573" y="2039860"/>
            <a:ext cx="2130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Custom act: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1EA1E3-6327-4C43-B816-1EABAE2E2D19}"/>
              </a:ext>
            </a:extLst>
          </p:cNvPr>
          <p:cNvSpPr txBox="1"/>
          <p:nvPr/>
        </p:nvSpPr>
        <p:spPr>
          <a:xfrm>
            <a:off x="3614534" y="2954441"/>
            <a:ext cx="2130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Modified act: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F2B6C-0433-C5B8-CCF3-F89A93A91609}"/>
              </a:ext>
            </a:extLst>
          </p:cNvPr>
          <p:cNvCxnSpPr>
            <a:cxnSpLocks/>
            <a:stCxn id="73" idx="2"/>
            <a:endCxn id="22" idx="0"/>
          </p:cNvCxnSpPr>
          <p:nvPr/>
        </p:nvCxnSpPr>
        <p:spPr>
          <a:xfrm>
            <a:off x="4744684" y="2744518"/>
            <a:ext cx="5729450" cy="2189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AB9A04A8-F4B8-D82B-8A23-60C3DC9F4EE1}"/>
              </a:ext>
            </a:extLst>
          </p:cNvPr>
          <p:cNvSpPr/>
          <p:nvPr/>
        </p:nvSpPr>
        <p:spPr>
          <a:xfrm>
            <a:off x="7441003" y="3082624"/>
            <a:ext cx="689795" cy="338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PCB</a:t>
            </a:r>
            <a:endParaRPr lang="en-BE" dirty="0">
              <a:solidFill>
                <a:schemeClr val="tx1"/>
              </a:solidFill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8B57513-8FBB-CD62-36FC-A75864DDBD19}"/>
              </a:ext>
            </a:extLst>
          </p:cNvPr>
          <p:cNvCxnSpPr>
            <a:cxnSpLocks/>
            <a:stCxn id="77" idx="2"/>
            <a:endCxn id="16" idx="0"/>
          </p:cNvCxnSpPr>
          <p:nvPr/>
        </p:nvCxnSpPr>
        <p:spPr>
          <a:xfrm flipH="1">
            <a:off x="7023476" y="3420731"/>
            <a:ext cx="762425" cy="470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71B16D9F-DC5C-3F4A-49FE-B2DDB3F45A41}"/>
              </a:ext>
            </a:extLst>
          </p:cNvPr>
          <p:cNvCxnSpPr>
            <a:cxnSpLocks/>
            <a:stCxn id="77" idx="2"/>
            <a:endCxn id="19" idx="0"/>
          </p:cNvCxnSpPr>
          <p:nvPr/>
        </p:nvCxnSpPr>
        <p:spPr>
          <a:xfrm flipH="1">
            <a:off x="7318279" y="3420731"/>
            <a:ext cx="467622" cy="890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6EFA49A-CA2B-3558-04CA-E04371A47ACC}"/>
              </a:ext>
            </a:extLst>
          </p:cNvPr>
          <p:cNvCxnSpPr>
            <a:cxnSpLocks/>
            <a:stCxn id="77" idx="2"/>
            <a:endCxn id="22" idx="0"/>
          </p:cNvCxnSpPr>
          <p:nvPr/>
        </p:nvCxnSpPr>
        <p:spPr>
          <a:xfrm>
            <a:off x="7785901" y="3420731"/>
            <a:ext cx="2688233" cy="1513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16B6B30-B84B-8CCF-C503-CA742381D8C0}"/>
              </a:ext>
            </a:extLst>
          </p:cNvPr>
          <p:cNvSpPr/>
          <p:nvPr/>
        </p:nvSpPr>
        <p:spPr>
          <a:xfrm>
            <a:off x="3641542" y="2039861"/>
            <a:ext cx="8168825" cy="75507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31DEBCE-EB86-59E7-E667-C8278DF6ECAA}"/>
              </a:ext>
            </a:extLst>
          </p:cNvPr>
          <p:cNvSpPr/>
          <p:nvPr/>
        </p:nvSpPr>
        <p:spPr>
          <a:xfrm>
            <a:off x="3632039" y="2925417"/>
            <a:ext cx="8168825" cy="5481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6F946C4-08B8-CD79-433D-3FA01EC533FE}"/>
              </a:ext>
            </a:extLst>
          </p:cNvPr>
          <p:cNvSpPr txBox="1"/>
          <p:nvPr/>
        </p:nvSpPr>
        <p:spPr>
          <a:xfrm>
            <a:off x="2012786" y="5670862"/>
            <a:ext cx="1602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BW2 biosphere database</a:t>
            </a:r>
            <a:endParaRPr lang="en-BE" sz="1400" dirty="0">
              <a:solidFill>
                <a:schemeClr val="accent5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0713B28-7DAE-666E-3D70-C53D0D6E1F72}"/>
              </a:ext>
            </a:extLst>
          </p:cNvPr>
          <p:cNvSpPr/>
          <p:nvPr/>
        </p:nvSpPr>
        <p:spPr>
          <a:xfrm>
            <a:off x="4954833" y="4707761"/>
            <a:ext cx="175206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Truck transport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1EE1F45-0F22-63F6-0056-7D945C397389}"/>
              </a:ext>
            </a:extLst>
          </p:cNvPr>
          <p:cNvSpPr/>
          <p:nvPr/>
        </p:nvSpPr>
        <p:spPr>
          <a:xfrm>
            <a:off x="6825719" y="4721822"/>
            <a:ext cx="61528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7D1716A-99D4-74F4-BEAF-EBB53B24420E}"/>
              </a:ext>
            </a:extLst>
          </p:cNvPr>
          <p:cNvSpPr txBox="1"/>
          <p:nvPr/>
        </p:nvSpPr>
        <p:spPr>
          <a:xfrm>
            <a:off x="3510744" y="4752375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“transport”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FA1B96-F579-5408-A916-62F8F2F764D0}"/>
              </a:ext>
            </a:extLst>
          </p:cNvPr>
          <p:cNvSpPr/>
          <p:nvPr/>
        </p:nvSpPr>
        <p:spPr>
          <a:xfrm>
            <a:off x="314082" y="1801368"/>
            <a:ext cx="3273491" cy="2504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88041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D162-B0D2-FAA9-480F-457D478FF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57">
            <a:extLst>
              <a:ext uri="{FF2B5EF4-FFF2-40B4-BE49-F238E27FC236}">
                <a16:creationId xmlns:a16="http://schemas.microsoft.com/office/drawing/2014/main" id="{67CEF0F1-1CC7-E716-B563-1532A4CF7E09}"/>
              </a:ext>
            </a:extLst>
          </p:cNvPr>
          <p:cNvSpPr/>
          <p:nvPr/>
        </p:nvSpPr>
        <p:spPr>
          <a:xfrm>
            <a:off x="3495072" y="5635164"/>
            <a:ext cx="8430228" cy="5920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E10FF8-2B8A-0DBE-F879-46FD9114FDA7}"/>
              </a:ext>
            </a:extLst>
          </p:cNvPr>
          <p:cNvSpPr/>
          <p:nvPr/>
        </p:nvSpPr>
        <p:spPr>
          <a:xfrm>
            <a:off x="3518571" y="1521381"/>
            <a:ext cx="8339243" cy="2014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1500B8-A226-2B2D-398D-F75A6AF1742F}"/>
              </a:ext>
            </a:extLst>
          </p:cNvPr>
          <p:cNvCxnSpPr>
            <a:cxnSpLocks/>
          </p:cNvCxnSpPr>
          <p:nvPr/>
        </p:nvCxnSpPr>
        <p:spPr>
          <a:xfrm>
            <a:off x="2278287" y="807007"/>
            <a:ext cx="0" cy="1963301"/>
          </a:xfrm>
          <a:prstGeom prst="straightConnector1">
            <a:avLst/>
          </a:prstGeom>
          <a:ln>
            <a:gradFill>
              <a:gsLst>
                <a:gs pos="6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74B404-91F6-866C-4921-74F41D6AC439}"/>
              </a:ext>
            </a:extLst>
          </p:cNvPr>
          <p:cNvSpPr txBox="1"/>
          <p:nvPr/>
        </p:nvSpPr>
        <p:spPr>
          <a:xfrm rot="16200000">
            <a:off x="1197364" y="4004810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Background</a:t>
            </a:r>
            <a:endParaRPr lang="en-B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10E3E-3446-EA8A-34B1-EF33FD1D214F}"/>
              </a:ext>
            </a:extLst>
          </p:cNvPr>
          <p:cNvSpPr txBox="1"/>
          <p:nvPr/>
        </p:nvSpPr>
        <p:spPr>
          <a:xfrm rot="16200000">
            <a:off x="1204896" y="1240965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Foreground</a:t>
            </a:r>
            <a:endParaRPr lang="en-BE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AF044C-B886-5F97-0C38-7DEA8152720C}"/>
              </a:ext>
            </a:extLst>
          </p:cNvPr>
          <p:cNvCxnSpPr>
            <a:cxnSpLocks/>
          </p:cNvCxnSpPr>
          <p:nvPr/>
        </p:nvCxnSpPr>
        <p:spPr>
          <a:xfrm flipH="1">
            <a:off x="2247138" y="2967903"/>
            <a:ext cx="12879" cy="2457361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7000">
                  <a:schemeClr val="tx1"/>
                </a:gs>
              </a:gsLst>
              <a:lin ang="5400000" scaled="1"/>
            </a:gra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43E21D-7662-0AAA-AB48-1B05759B9FD0}"/>
              </a:ext>
            </a:extLst>
          </p:cNvPr>
          <p:cNvSpPr txBox="1"/>
          <p:nvPr/>
        </p:nvSpPr>
        <p:spPr>
          <a:xfrm>
            <a:off x="2281187" y="4135947"/>
            <a:ext cx="12000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BW2 LCA original 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database 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(</a:t>
            </a:r>
            <a:r>
              <a:rPr lang="en-US" sz="1400" dirty="0" err="1">
                <a:solidFill>
                  <a:schemeClr val="accent2"/>
                </a:solidFill>
              </a:rPr>
              <a:t>ecoinvent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3.9.1_cutoff)</a:t>
            </a:r>
            <a:endParaRPr lang="en-BE" sz="1400" dirty="0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9C9C9E-1E03-E585-D413-612549B01161}"/>
              </a:ext>
            </a:extLst>
          </p:cNvPr>
          <p:cNvSpPr/>
          <p:nvPr/>
        </p:nvSpPr>
        <p:spPr>
          <a:xfrm>
            <a:off x="3484748" y="3606905"/>
            <a:ext cx="8373065" cy="17576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E10CDC-E284-A1F5-ACAF-3DC2E57C2CA3}"/>
              </a:ext>
            </a:extLst>
          </p:cNvPr>
          <p:cNvSpPr/>
          <p:nvPr/>
        </p:nvSpPr>
        <p:spPr>
          <a:xfrm>
            <a:off x="4953930" y="3891056"/>
            <a:ext cx="55778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F0485-3C55-0DF9-18C3-71D8323E3E5D}"/>
              </a:ext>
            </a:extLst>
          </p:cNvPr>
          <p:cNvSpPr/>
          <p:nvPr/>
        </p:nvSpPr>
        <p:spPr>
          <a:xfrm>
            <a:off x="5686354" y="3891056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Diode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FC32F4-21EF-C6D6-2B40-A8A7BE3B1C7B}"/>
              </a:ext>
            </a:extLst>
          </p:cNvPr>
          <p:cNvSpPr/>
          <p:nvPr/>
        </p:nvSpPr>
        <p:spPr>
          <a:xfrm>
            <a:off x="6624188" y="3891056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PCB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B1D626-F217-EF1D-1D3B-F35CC2260880}"/>
              </a:ext>
            </a:extLst>
          </p:cNvPr>
          <p:cNvSpPr/>
          <p:nvPr/>
        </p:nvSpPr>
        <p:spPr>
          <a:xfrm>
            <a:off x="4952174" y="4306780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Wafer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0473C6-3BCA-0B63-EAC9-3EB5FC3F6B30}"/>
              </a:ext>
            </a:extLst>
          </p:cNvPr>
          <p:cNvSpPr/>
          <p:nvPr/>
        </p:nvSpPr>
        <p:spPr>
          <a:xfrm>
            <a:off x="5886387" y="4306780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Gold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A2EBFF-4985-2D71-B469-037686D73ACC}"/>
              </a:ext>
            </a:extLst>
          </p:cNvPr>
          <p:cNvSpPr/>
          <p:nvPr/>
        </p:nvSpPr>
        <p:spPr>
          <a:xfrm>
            <a:off x="6827739" y="4310800"/>
            <a:ext cx="98108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Copper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1C990B-8EB9-6359-CC86-F836B2A2AF7E}"/>
              </a:ext>
            </a:extLst>
          </p:cNvPr>
          <p:cNvSpPr/>
          <p:nvPr/>
        </p:nvSpPr>
        <p:spPr>
          <a:xfrm>
            <a:off x="7967691" y="4310800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FR4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7D505C-AC93-4D3D-9720-213C28DF83AF}"/>
              </a:ext>
            </a:extLst>
          </p:cNvPr>
          <p:cNvSpPr/>
          <p:nvPr/>
        </p:nvSpPr>
        <p:spPr>
          <a:xfrm>
            <a:off x="8705974" y="4305672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Alu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8824EB-CDAC-C0A7-E97D-B87407C4BB7F}"/>
              </a:ext>
            </a:extLst>
          </p:cNvPr>
          <p:cNvSpPr/>
          <p:nvPr/>
        </p:nvSpPr>
        <p:spPr>
          <a:xfrm>
            <a:off x="10108374" y="4934281"/>
            <a:ext cx="73152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Elec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B7CA78-75D9-CBED-5E61-439DBB9BB8F8}"/>
              </a:ext>
            </a:extLst>
          </p:cNvPr>
          <p:cNvSpPr txBox="1"/>
          <p:nvPr/>
        </p:nvSpPr>
        <p:spPr>
          <a:xfrm>
            <a:off x="6246579" y="3497980"/>
            <a:ext cx="38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  <a:endParaRPr lang="en-BE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63E834-0A7B-D798-5325-45A710DB8971}"/>
              </a:ext>
            </a:extLst>
          </p:cNvPr>
          <p:cNvSpPr txBox="1"/>
          <p:nvPr/>
        </p:nvSpPr>
        <p:spPr>
          <a:xfrm>
            <a:off x="6248266" y="4954759"/>
            <a:ext cx="38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  <a:endParaRPr lang="en-BE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FE3384-CA5B-85CF-72EB-7C4BFA89656C}"/>
              </a:ext>
            </a:extLst>
          </p:cNvPr>
          <p:cNvSpPr/>
          <p:nvPr/>
        </p:nvSpPr>
        <p:spPr>
          <a:xfrm>
            <a:off x="4938702" y="5769837"/>
            <a:ext cx="2101593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Carbon dioxide, Air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39E5DA-6A7B-6EF1-6EAC-BC980729DD7E}"/>
              </a:ext>
            </a:extLst>
          </p:cNvPr>
          <p:cNvSpPr/>
          <p:nvPr/>
        </p:nvSpPr>
        <p:spPr>
          <a:xfrm>
            <a:off x="7151831" y="5769837"/>
            <a:ext cx="2101593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Arsenic ion, Water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E82FAE-CCCF-897D-6FDA-B39FF5EF532F}"/>
              </a:ext>
            </a:extLst>
          </p:cNvPr>
          <p:cNvSpPr/>
          <p:nvPr/>
        </p:nvSpPr>
        <p:spPr>
          <a:xfrm>
            <a:off x="9396320" y="5769837"/>
            <a:ext cx="1060662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Water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45690F-529F-9D9B-A460-14051AA6F8C3}"/>
              </a:ext>
            </a:extLst>
          </p:cNvPr>
          <p:cNvSpPr/>
          <p:nvPr/>
        </p:nvSpPr>
        <p:spPr>
          <a:xfrm>
            <a:off x="10968788" y="4938738"/>
            <a:ext cx="80894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Water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C24A15-3C95-83FC-26E3-FDAB9B54E56E}"/>
              </a:ext>
            </a:extLst>
          </p:cNvPr>
          <p:cNvSpPr txBox="1"/>
          <p:nvPr/>
        </p:nvSpPr>
        <p:spPr>
          <a:xfrm>
            <a:off x="3484749" y="3958946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component*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0BD782-9A51-A662-347A-52F3930BEFBB}"/>
              </a:ext>
            </a:extLst>
          </p:cNvPr>
          <p:cNvSpPr txBox="1"/>
          <p:nvPr/>
        </p:nvSpPr>
        <p:spPr>
          <a:xfrm>
            <a:off x="3495959" y="4330396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material*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37E376-6896-BD61-9A1E-185B037A6CA4}"/>
              </a:ext>
            </a:extLst>
          </p:cNvPr>
          <p:cNvSpPr txBox="1"/>
          <p:nvPr/>
        </p:nvSpPr>
        <p:spPr>
          <a:xfrm>
            <a:off x="3557070" y="5740964"/>
            <a:ext cx="1203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Elementary flows</a:t>
            </a:r>
            <a:endParaRPr lang="en-BE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D54922-1628-BCF4-71E2-C4948E05D8FE}"/>
              </a:ext>
            </a:extLst>
          </p:cNvPr>
          <p:cNvSpPr/>
          <p:nvPr/>
        </p:nvSpPr>
        <p:spPr>
          <a:xfrm>
            <a:off x="1495182" y="5627120"/>
            <a:ext cx="10430118" cy="600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FAF4B3-E27D-BB0D-ED81-35CF76213189}"/>
              </a:ext>
            </a:extLst>
          </p:cNvPr>
          <p:cNvSpPr txBox="1"/>
          <p:nvPr/>
        </p:nvSpPr>
        <p:spPr>
          <a:xfrm>
            <a:off x="1524000" y="5757903"/>
            <a:ext cx="1203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Biosphere</a:t>
            </a:r>
            <a:endParaRPr lang="en-BE" sz="16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159AD0-7F97-F87E-AF74-997FC28C2162}"/>
              </a:ext>
            </a:extLst>
          </p:cNvPr>
          <p:cNvSpPr/>
          <p:nvPr/>
        </p:nvSpPr>
        <p:spPr>
          <a:xfrm>
            <a:off x="1495182" y="510543"/>
            <a:ext cx="10430118" cy="491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737D49-F0FC-FCD5-1EC3-D09C897631E7}"/>
              </a:ext>
            </a:extLst>
          </p:cNvPr>
          <p:cNvSpPr txBox="1"/>
          <p:nvPr/>
        </p:nvSpPr>
        <p:spPr>
          <a:xfrm>
            <a:off x="1495182" y="510544"/>
            <a:ext cx="161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Technosphere</a:t>
            </a:r>
            <a:endParaRPr lang="en-BE" sz="1600" b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D99CC0-F2BC-B93D-BAC6-D8E2F91A42E9}"/>
              </a:ext>
            </a:extLst>
          </p:cNvPr>
          <p:cNvCxnSpPr>
            <a:cxnSpLocks/>
          </p:cNvCxnSpPr>
          <p:nvPr/>
        </p:nvCxnSpPr>
        <p:spPr>
          <a:xfrm>
            <a:off x="5749227" y="5156984"/>
            <a:ext cx="0" cy="59992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33BB3FC-B3ED-B3CC-86E7-B140750B50F0}"/>
              </a:ext>
            </a:extLst>
          </p:cNvPr>
          <p:cNvCxnSpPr>
            <a:cxnSpLocks/>
          </p:cNvCxnSpPr>
          <p:nvPr/>
        </p:nvCxnSpPr>
        <p:spPr>
          <a:xfrm flipH="1">
            <a:off x="7841298" y="5214134"/>
            <a:ext cx="7326" cy="5511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B5CA77D-9101-9F0D-EF50-BA8F6B9DE0B2}"/>
              </a:ext>
            </a:extLst>
          </p:cNvPr>
          <p:cNvCxnSpPr>
            <a:cxnSpLocks/>
          </p:cNvCxnSpPr>
          <p:nvPr/>
        </p:nvCxnSpPr>
        <p:spPr>
          <a:xfrm>
            <a:off x="10059480" y="5214134"/>
            <a:ext cx="0" cy="5511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991D7AA-121C-6A3C-639D-D41421631622}"/>
              </a:ext>
            </a:extLst>
          </p:cNvPr>
          <p:cNvSpPr txBox="1"/>
          <p:nvPr/>
        </p:nvSpPr>
        <p:spPr>
          <a:xfrm>
            <a:off x="3704031" y="5357476"/>
            <a:ext cx="2021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Life cycle inventory</a:t>
            </a:r>
            <a:endParaRPr lang="en-BE" sz="1600" b="1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3230A0-DE88-757A-D12C-FDA906B243E4}"/>
              </a:ext>
            </a:extLst>
          </p:cNvPr>
          <p:cNvSpPr txBox="1"/>
          <p:nvPr/>
        </p:nvSpPr>
        <p:spPr>
          <a:xfrm>
            <a:off x="3482811" y="1605400"/>
            <a:ext cx="1481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bg1">
                    <a:lumMod val="50000"/>
                  </a:schemeClr>
                </a:solidFill>
              </a:rPr>
              <a:t>Abstraction level:</a:t>
            </a:r>
            <a:endParaRPr lang="en-BE" sz="1200" b="1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A1F313-37F4-607D-E10D-AD61B293D7CA}"/>
              </a:ext>
            </a:extLst>
          </p:cNvPr>
          <p:cNvSpPr txBox="1"/>
          <p:nvPr/>
        </p:nvSpPr>
        <p:spPr>
          <a:xfrm>
            <a:off x="2325882" y="1672005"/>
            <a:ext cx="1061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BW2 OS</a:t>
            </a:r>
          </a:p>
          <a:p>
            <a:r>
              <a:rPr lang="en-US" sz="1600" dirty="0">
                <a:solidFill>
                  <a:schemeClr val="accent4"/>
                </a:solidFill>
              </a:rPr>
              <a:t>database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649513-1EB9-EE7C-DB86-684C3FD23003}"/>
              </a:ext>
            </a:extLst>
          </p:cNvPr>
          <p:cNvSpPr/>
          <p:nvPr/>
        </p:nvSpPr>
        <p:spPr>
          <a:xfrm>
            <a:off x="4826836" y="956972"/>
            <a:ext cx="2245702" cy="3693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ICT: BE, 2024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7A4AC34-1003-317F-49DB-BED796EB5A36}"/>
              </a:ext>
            </a:extLst>
          </p:cNvPr>
          <p:cNvSpPr/>
          <p:nvPr/>
        </p:nvSpPr>
        <p:spPr>
          <a:xfrm>
            <a:off x="9666373" y="3102731"/>
            <a:ext cx="119518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IC backend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BCDB4F8-C710-C7B1-83DD-BB8EFE871D97}"/>
              </a:ext>
            </a:extLst>
          </p:cNvPr>
          <p:cNvSpPr/>
          <p:nvPr/>
        </p:nvSpPr>
        <p:spPr>
          <a:xfrm>
            <a:off x="5307903" y="3091708"/>
            <a:ext cx="119518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IC frontend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1408E76-1208-BBE5-86BF-C95833DCB2EA}"/>
              </a:ext>
            </a:extLst>
          </p:cNvPr>
          <p:cNvSpPr/>
          <p:nvPr/>
        </p:nvSpPr>
        <p:spPr>
          <a:xfrm>
            <a:off x="7144094" y="3103694"/>
            <a:ext cx="2147900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Die-casted </a:t>
            </a:r>
            <a:r>
              <a:rPr lang="en-US" sz="1600" dirty="0" err="1">
                <a:solidFill>
                  <a:schemeClr val="tx1"/>
                </a:solidFill>
              </a:rPr>
              <a:t>aluminium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D88CD3C-A333-B887-DA54-694D786F16D5}"/>
              </a:ext>
            </a:extLst>
          </p:cNvPr>
          <p:cNvSpPr/>
          <p:nvPr/>
        </p:nvSpPr>
        <p:spPr>
          <a:xfrm>
            <a:off x="6602555" y="3091708"/>
            <a:ext cx="432875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DC5BCBA-10D0-DB61-E0AE-FA3A4F4EEE2F}"/>
              </a:ext>
            </a:extLst>
          </p:cNvPr>
          <p:cNvSpPr txBox="1"/>
          <p:nvPr/>
        </p:nvSpPr>
        <p:spPr>
          <a:xfrm>
            <a:off x="3518571" y="873940"/>
            <a:ext cx="213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Foreground </a:t>
            </a:r>
          </a:p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Activity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6D15AF9-C24E-9F0E-C295-C49ED8D613BC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>
            <a:off x="8218044" y="3334936"/>
            <a:ext cx="783399" cy="970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880B2E8-EC86-55A0-D913-BCCB6F404665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8218044" y="3334936"/>
            <a:ext cx="2256090" cy="159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6F9D21E-6A5D-5464-6F21-F28927058ACD}"/>
              </a:ext>
            </a:extLst>
          </p:cNvPr>
          <p:cNvCxnSpPr>
            <a:cxnSpLocks/>
            <a:stCxn id="73" idx="2"/>
            <a:endCxn id="14" idx="0"/>
          </p:cNvCxnSpPr>
          <p:nvPr/>
        </p:nvCxnSpPr>
        <p:spPr>
          <a:xfrm flipH="1">
            <a:off x="5232822" y="3333973"/>
            <a:ext cx="5031143" cy="5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AA7F2C8-1878-B4A2-FD68-AC88032DC9AB}"/>
              </a:ext>
            </a:extLst>
          </p:cNvPr>
          <p:cNvCxnSpPr>
            <a:cxnSpLocks/>
            <a:stCxn id="76" idx="2"/>
            <a:endCxn id="17" idx="0"/>
          </p:cNvCxnSpPr>
          <p:nvPr/>
        </p:nvCxnSpPr>
        <p:spPr>
          <a:xfrm flipH="1">
            <a:off x="5351462" y="3322950"/>
            <a:ext cx="554033" cy="98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72D5BC-716D-A8A4-F02C-526312C37641}"/>
              </a:ext>
            </a:extLst>
          </p:cNvPr>
          <p:cNvSpPr/>
          <p:nvPr/>
        </p:nvSpPr>
        <p:spPr>
          <a:xfrm>
            <a:off x="9431706" y="4305672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A970CC0-2583-D898-94AF-3DAE2DD48329}"/>
              </a:ext>
            </a:extLst>
          </p:cNvPr>
          <p:cNvSpPr txBox="1"/>
          <p:nvPr/>
        </p:nvSpPr>
        <p:spPr>
          <a:xfrm>
            <a:off x="5274813" y="2021584"/>
            <a:ext cx="2130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Custom act: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DA88E84-480D-20F6-B3DD-1BEDA97B3C3B}"/>
              </a:ext>
            </a:extLst>
          </p:cNvPr>
          <p:cNvCxnSpPr>
            <a:cxnSpLocks/>
            <a:stCxn id="73" idx="2"/>
            <a:endCxn id="22" idx="0"/>
          </p:cNvCxnSpPr>
          <p:nvPr/>
        </p:nvCxnSpPr>
        <p:spPr>
          <a:xfrm>
            <a:off x="10263965" y="3333973"/>
            <a:ext cx="210169" cy="1600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3346536B-7E22-A720-5CF4-3C1BA9CFBA86}"/>
              </a:ext>
            </a:extLst>
          </p:cNvPr>
          <p:cNvSpPr/>
          <p:nvPr/>
        </p:nvSpPr>
        <p:spPr>
          <a:xfrm>
            <a:off x="10976000" y="3102232"/>
            <a:ext cx="62201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PCB</a:t>
            </a:r>
            <a:endParaRPr lang="en-BE" sz="1600" dirty="0">
              <a:solidFill>
                <a:schemeClr val="tx1"/>
              </a:solidFill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EA61C66-3D8C-F4A9-FDF3-298FE460AA3B}"/>
              </a:ext>
            </a:extLst>
          </p:cNvPr>
          <p:cNvCxnSpPr>
            <a:cxnSpLocks/>
            <a:stCxn id="77" idx="2"/>
            <a:endCxn id="16" idx="0"/>
          </p:cNvCxnSpPr>
          <p:nvPr/>
        </p:nvCxnSpPr>
        <p:spPr>
          <a:xfrm flipH="1">
            <a:off x="7023476" y="3333474"/>
            <a:ext cx="4263531" cy="557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8DA2F6-DCAF-5216-5D60-20198AC297CA}"/>
              </a:ext>
            </a:extLst>
          </p:cNvPr>
          <p:cNvCxnSpPr>
            <a:cxnSpLocks/>
            <a:stCxn id="77" idx="2"/>
            <a:endCxn id="19" idx="0"/>
          </p:cNvCxnSpPr>
          <p:nvPr/>
        </p:nvCxnSpPr>
        <p:spPr>
          <a:xfrm flipH="1">
            <a:off x="7318279" y="3333474"/>
            <a:ext cx="3968728" cy="977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8CAC63D-ECBA-2954-E0B2-D02B36D0D892}"/>
              </a:ext>
            </a:extLst>
          </p:cNvPr>
          <p:cNvCxnSpPr>
            <a:cxnSpLocks/>
            <a:stCxn id="77" idx="2"/>
            <a:endCxn id="22" idx="0"/>
          </p:cNvCxnSpPr>
          <p:nvPr/>
        </p:nvCxnSpPr>
        <p:spPr>
          <a:xfrm flipH="1">
            <a:off x="10474134" y="3333474"/>
            <a:ext cx="812873" cy="160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C80624B-E41F-2C0E-F8C0-9DF90A4A6854}"/>
              </a:ext>
            </a:extLst>
          </p:cNvPr>
          <p:cNvSpPr/>
          <p:nvPr/>
        </p:nvSpPr>
        <p:spPr>
          <a:xfrm>
            <a:off x="5203135" y="2030800"/>
            <a:ext cx="4203935" cy="139627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1E30283-601A-817F-67FA-C00D2D838C59}"/>
              </a:ext>
            </a:extLst>
          </p:cNvPr>
          <p:cNvSpPr/>
          <p:nvPr/>
        </p:nvSpPr>
        <p:spPr>
          <a:xfrm>
            <a:off x="9558650" y="2039575"/>
            <a:ext cx="2150837" cy="139627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3DFA7F6-5C30-6A25-09B0-46EC14DFD9FB}"/>
              </a:ext>
            </a:extLst>
          </p:cNvPr>
          <p:cNvSpPr txBox="1"/>
          <p:nvPr/>
        </p:nvSpPr>
        <p:spPr>
          <a:xfrm>
            <a:off x="2568040" y="5566087"/>
            <a:ext cx="10476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BW2 biosphere database</a:t>
            </a:r>
            <a:endParaRPr lang="en-BE" sz="1200" dirty="0">
              <a:solidFill>
                <a:schemeClr val="accent5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57D68E3-157B-8752-B215-A25BB3D90A49}"/>
              </a:ext>
            </a:extLst>
          </p:cNvPr>
          <p:cNvSpPr/>
          <p:nvPr/>
        </p:nvSpPr>
        <p:spPr>
          <a:xfrm>
            <a:off x="4954833" y="4707761"/>
            <a:ext cx="175206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Truck transport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657577-AC52-31B5-50F5-947D76052EF3}"/>
              </a:ext>
            </a:extLst>
          </p:cNvPr>
          <p:cNvSpPr/>
          <p:nvPr/>
        </p:nvSpPr>
        <p:spPr>
          <a:xfrm>
            <a:off x="6825719" y="4721822"/>
            <a:ext cx="61528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3A52AD2-4EB4-FBFC-A0F6-BDD2E55AEF8B}"/>
              </a:ext>
            </a:extLst>
          </p:cNvPr>
          <p:cNvSpPr txBox="1"/>
          <p:nvPr/>
        </p:nvSpPr>
        <p:spPr>
          <a:xfrm>
            <a:off x="3510744" y="4723800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transport*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3BECAA-996A-A4AE-E4A0-A7ADB6934ADD}"/>
              </a:ext>
            </a:extLst>
          </p:cNvPr>
          <p:cNvSpPr txBox="1"/>
          <p:nvPr/>
        </p:nvSpPr>
        <p:spPr>
          <a:xfrm>
            <a:off x="10306812" y="2020028"/>
            <a:ext cx="1402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Modified act: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92A7260-6912-6133-9106-9AD959F6ED17}"/>
              </a:ext>
            </a:extLst>
          </p:cNvPr>
          <p:cNvSpPr txBox="1"/>
          <p:nvPr/>
        </p:nvSpPr>
        <p:spPr>
          <a:xfrm>
            <a:off x="4609943" y="2434877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6126E04-5D1E-DF6E-877D-5D37D3A32235}"/>
              </a:ext>
            </a:extLst>
          </p:cNvPr>
          <p:cNvSpPr txBox="1"/>
          <p:nvPr/>
        </p:nvSpPr>
        <p:spPr>
          <a:xfrm>
            <a:off x="4609943" y="2758702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7B231BB-CBC9-15F3-3032-F4CD38AC50D0}"/>
              </a:ext>
            </a:extLst>
          </p:cNvPr>
          <p:cNvSpPr txBox="1"/>
          <p:nvPr/>
        </p:nvSpPr>
        <p:spPr>
          <a:xfrm>
            <a:off x="4313328" y="1823222"/>
            <a:ext cx="96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OS database Hierarchy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4F8E509-983A-5C8C-AD9C-8D9E57A5B525}"/>
              </a:ext>
            </a:extLst>
          </p:cNvPr>
          <p:cNvSpPr txBox="1"/>
          <p:nvPr/>
        </p:nvSpPr>
        <p:spPr>
          <a:xfrm>
            <a:off x="4609943" y="3104481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9CF01BC-3B44-00B2-4F6F-4AE1332CCD05}"/>
              </a:ext>
            </a:extLst>
          </p:cNvPr>
          <p:cNvSpPr/>
          <p:nvPr/>
        </p:nvSpPr>
        <p:spPr>
          <a:xfrm>
            <a:off x="5305488" y="2775052"/>
            <a:ext cx="1066737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UE 1 prod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0019070-3D15-114E-1520-20D1348A49EF}"/>
              </a:ext>
            </a:extLst>
          </p:cNvPr>
          <p:cNvSpPr/>
          <p:nvPr/>
        </p:nvSpPr>
        <p:spPr>
          <a:xfrm>
            <a:off x="6465880" y="2775052"/>
            <a:ext cx="95607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UE 1 T.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ED4DD7-762D-C7BC-829C-2435FE3B58C1}"/>
              </a:ext>
            </a:extLst>
          </p:cNvPr>
          <p:cNvSpPr/>
          <p:nvPr/>
        </p:nvSpPr>
        <p:spPr>
          <a:xfrm>
            <a:off x="7489654" y="2775052"/>
            <a:ext cx="95607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UE 1 </a:t>
            </a:r>
            <a:r>
              <a:rPr lang="en-US" sz="1600" dirty="0" err="1">
                <a:solidFill>
                  <a:schemeClr val="tx1"/>
                </a:solidFill>
              </a:rPr>
              <a:t>EoL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D3A50531-77DF-192B-D351-8ACF81145204}"/>
              </a:ext>
            </a:extLst>
          </p:cNvPr>
          <p:cNvSpPr/>
          <p:nvPr/>
        </p:nvSpPr>
        <p:spPr>
          <a:xfrm>
            <a:off x="5296706" y="2469685"/>
            <a:ext cx="1066738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Service 1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5A1B643-CA1D-B488-0168-87E10F9C0FAB}"/>
              </a:ext>
            </a:extLst>
          </p:cNvPr>
          <p:cNvSpPr/>
          <p:nvPr/>
        </p:nvSpPr>
        <p:spPr>
          <a:xfrm>
            <a:off x="6469824" y="2469685"/>
            <a:ext cx="1066738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7E45F94-559D-7FB7-2F42-03C1F28177A1}"/>
              </a:ext>
            </a:extLst>
          </p:cNvPr>
          <p:cNvSpPr/>
          <p:nvPr/>
        </p:nvSpPr>
        <p:spPr>
          <a:xfrm>
            <a:off x="8546150" y="2775052"/>
            <a:ext cx="378775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6B159F5-B825-757A-C79F-A17DA99A379B}"/>
              </a:ext>
            </a:extLst>
          </p:cNvPr>
          <p:cNvSpPr txBox="1"/>
          <p:nvPr/>
        </p:nvSpPr>
        <p:spPr>
          <a:xfrm>
            <a:off x="3571089" y="2770308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devices*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08499C0-4B3F-F821-7B6C-90FB600237F5}"/>
              </a:ext>
            </a:extLst>
          </p:cNvPr>
          <p:cNvSpPr txBox="1"/>
          <p:nvPr/>
        </p:nvSpPr>
        <p:spPr>
          <a:xfrm>
            <a:off x="3557070" y="3064611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component*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8740094-6C95-DB90-778C-441F05C8476B}"/>
              </a:ext>
            </a:extLst>
          </p:cNvPr>
          <p:cNvSpPr txBox="1"/>
          <p:nvPr/>
        </p:nvSpPr>
        <p:spPr>
          <a:xfrm>
            <a:off x="3551289" y="2436558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services*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E2D59E0-81F8-73F5-67A2-9873ADFD2315}"/>
              </a:ext>
            </a:extLst>
          </p:cNvPr>
          <p:cNvSpPr txBox="1"/>
          <p:nvPr/>
        </p:nvSpPr>
        <p:spPr>
          <a:xfrm>
            <a:off x="3467509" y="5141641"/>
            <a:ext cx="2110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* not limited to this example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EA2B3462-F483-C2E5-0054-5D57EECDDB9B}"/>
              </a:ext>
            </a:extLst>
          </p:cNvPr>
          <p:cNvCxnSpPr>
            <a:cxnSpLocks/>
            <a:stCxn id="53" idx="2"/>
            <a:endCxn id="184" idx="0"/>
          </p:cNvCxnSpPr>
          <p:nvPr/>
        </p:nvCxnSpPr>
        <p:spPr>
          <a:xfrm flipH="1">
            <a:off x="5838857" y="1326305"/>
            <a:ext cx="110830" cy="144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6A5AF792-731B-0B63-0A46-1C09B15A3384}"/>
              </a:ext>
            </a:extLst>
          </p:cNvPr>
          <p:cNvCxnSpPr>
            <a:cxnSpLocks/>
            <a:stCxn id="53" idx="2"/>
            <a:endCxn id="186" idx="0"/>
          </p:cNvCxnSpPr>
          <p:nvPr/>
        </p:nvCxnSpPr>
        <p:spPr>
          <a:xfrm>
            <a:off x="5949687" y="1326305"/>
            <a:ext cx="994230" cy="144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ADADC4F7-11AF-AC5C-A10C-DD8729085A95}"/>
              </a:ext>
            </a:extLst>
          </p:cNvPr>
          <p:cNvCxnSpPr>
            <a:cxnSpLocks/>
            <a:stCxn id="53" idx="2"/>
            <a:endCxn id="22" idx="0"/>
          </p:cNvCxnSpPr>
          <p:nvPr/>
        </p:nvCxnSpPr>
        <p:spPr>
          <a:xfrm>
            <a:off x="5949687" y="1326305"/>
            <a:ext cx="4524447" cy="3607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B944485C-9801-9DB7-1703-91380108A0AC}"/>
              </a:ext>
            </a:extLst>
          </p:cNvPr>
          <p:cNvCxnSpPr>
            <a:cxnSpLocks/>
            <a:stCxn id="53" idx="2"/>
            <a:endCxn id="188" idx="0"/>
          </p:cNvCxnSpPr>
          <p:nvPr/>
        </p:nvCxnSpPr>
        <p:spPr>
          <a:xfrm>
            <a:off x="5949687" y="1326305"/>
            <a:ext cx="2018004" cy="144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1E70429-2292-5840-3E65-F93AA9BA6783}"/>
              </a:ext>
            </a:extLst>
          </p:cNvPr>
          <p:cNvSpPr/>
          <p:nvPr/>
        </p:nvSpPr>
        <p:spPr>
          <a:xfrm>
            <a:off x="10599878" y="5769837"/>
            <a:ext cx="1060662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Gold …</a:t>
            </a:r>
            <a:endParaRPr lang="en-BE" sz="1600" dirty="0">
              <a:solidFill>
                <a:schemeClr val="tx1"/>
              </a:solidFill>
            </a:endParaRPr>
          </a:p>
        </p:txBody>
      </p:sp>
      <p:pic>
        <p:nvPicPr>
          <p:cNvPr id="217" name="Picture 216">
            <a:extLst>
              <a:ext uri="{FF2B5EF4-FFF2-40B4-BE49-F238E27FC236}">
                <a16:creationId xmlns:a16="http://schemas.microsoft.com/office/drawing/2014/main" id="{A9FE4666-0D7F-E335-DA7B-79528707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4" y="6625209"/>
            <a:ext cx="10473836" cy="587095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CFD16E-A6D6-5EDF-8C48-BF2DBFA12C84}"/>
              </a:ext>
            </a:extLst>
          </p:cNvPr>
          <p:cNvSpPr/>
          <p:nvPr/>
        </p:nvSpPr>
        <p:spPr>
          <a:xfrm>
            <a:off x="314082" y="1801368"/>
            <a:ext cx="3273491" cy="2504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4376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DF49-32C9-28C3-FB3D-2AE10A890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57">
            <a:extLst>
              <a:ext uri="{FF2B5EF4-FFF2-40B4-BE49-F238E27FC236}">
                <a16:creationId xmlns:a16="http://schemas.microsoft.com/office/drawing/2014/main" id="{8B78EDCD-193C-3164-D222-F813548BE902}"/>
              </a:ext>
            </a:extLst>
          </p:cNvPr>
          <p:cNvSpPr/>
          <p:nvPr/>
        </p:nvSpPr>
        <p:spPr>
          <a:xfrm>
            <a:off x="1606082" y="5397420"/>
            <a:ext cx="8161234" cy="5920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649ABC-F916-37FF-ADF7-AA7B6CCF293F}"/>
              </a:ext>
            </a:extLst>
          </p:cNvPr>
          <p:cNvSpPr/>
          <p:nvPr/>
        </p:nvSpPr>
        <p:spPr>
          <a:xfrm>
            <a:off x="1360587" y="1347645"/>
            <a:ext cx="8339243" cy="2014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7E1F4B-CB96-683B-C55E-F7DC99AF98D9}"/>
              </a:ext>
            </a:extLst>
          </p:cNvPr>
          <p:cNvCxnSpPr>
            <a:cxnSpLocks/>
          </p:cNvCxnSpPr>
          <p:nvPr/>
        </p:nvCxnSpPr>
        <p:spPr>
          <a:xfrm>
            <a:off x="467775" y="633271"/>
            <a:ext cx="0" cy="1963301"/>
          </a:xfrm>
          <a:prstGeom prst="straightConnector1">
            <a:avLst/>
          </a:prstGeom>
          <a:ln>
            <a:gradFill>
              <a:gsLst>
                <a:gs pos="6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77C5363-05F1-F2E9-384D-B194801B7EFB}"/>
              </a:ext>
            </a:extLst>
          </p:cNvPr>
          <p:cNvSpPr txBox="1"/>
          <p:nvPr/>
        </p:nvSpPr>
        <p:spPr>
          <a:xfrm rot="16200000">
            <a:off x="-457700" y="3831074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Background</a:t>
            </a:r>
            <a:endParaRPr lang="en-B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9F920-C968-B093-68FF-B020E9EA006D}"/>
              </a:ext>
            </a:extLst>
          </p:cNvPr>
          <p:cNvSpPr txBox="1"/>
          <p:nvPr/>
        </p:nvSpPr>
        <p:spPr>
          <a:xfrm rot="16200000">
            <a:off x="-450168" y="1067229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Foreground</a:t>
            </a:r>
            <a:endParaRPr lang="en-BE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1A99D1-8312-FA82-6243-E3A34EDC666C}"/>
              </a:ext>
            </a:extLst>
          </p:cNvPr>
          <p:cNvCxnSpPr>
            <a:cxnSpLocks/>
          </p:cNvCxnSpPr>
          <p:nvPr/>
        </p:nvCxnSpPr>
        <p:spPr>
          <a:xfrm flipH="1">
            <a:off x="436626" y="2794167"/>
            <a:ext cx="12879" cy="2457361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7000">
                  <a:schemeClr val="tx1"/>
                </a:gs>
              </a:gsLst>
              <a:lin ang="5400000" scaled="1"/>
            </a:gra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8DCA4F1-04FA-2898-5743-1EBAC14CBF0B}"/>
              </a:ext>
            </a:extLst>
          </p:cNvPr>
          <p:cNvSpPr txBox="1"/>
          <p:nvPr/>
        </p:nvSpPr>
        <p:spPr>
          <a:xfrm>
            <a:off x="470675" y="3962211"/>
            <a:ext cx="103363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BW2 LCA original 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database </a:t>
            </a:r>
          </a:p>
          <a:p>
            <a:r>
              <a:rPr lang="en-US" sz="1100" dirty="0">
                <a:solidFill>
                  <a:schemeClr val="accent2"/>
                </a:solidFill>
              </a:rPr>
              <a:t>(</a:t>
            </a:r>
            <a:r>
              <a:rPr lang="en-US" sz="1100" dirty="0" err="1">
                <a:solidFill>
                  <a:schemeClr val="accent2"/>
                </a:solidFill>
              </a:rPr>
              <a:t>ecoinvent</a:t>
            </a:r>
            <a:r>
              <a:rPr lang="en-US" sz="1100" dirty="0">
                <a:solidFill>
                  <a:schemeClr val="accent2"/>
                </a:solidFill>
              </a:rPr>
              <a:t> </a:t>
            </a:r>
          </a:p>
          <a:p>
            <a:r>
              <a:rPr lang="en-US" sz="1100" dirty="0">
                <a:solidFill>
                  <a:schemeClr val="accent2"/>
                </a:solidFill>
              </a:rPr>
              <a:t>3.9.1_cutoff)</a:t>
            </a:r>
            <a:endParaRPr lang="en-BE" sz="1100" dirty="0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0B996-3D85-9D2D-5BF6-CD83F13C05D0}"/>
              </a:ext>
            </a:extLst>
          </p:cNvPr>
          <p:cNvSpPr/>
          <p:nvPr/>
        </p:nvSpPr>
        <p:spPr>
          <a:xfrm>
            <a:off x="1352760" y="3433169"/>
            <a:ext cx="8347069" cy="17576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A1021C-68DE-AD95-547E-92295BD392EF}"/>
              </a:ext>
            </a:extLst>
          </p:cNvPr>
          <p:cNvSpPr/>
          <p:nvPr/>
        </p:nvSpPr>
        <p:spPr>
          <a:xfrm>
            <a:off x="2795946" y="3717320"/>
            <a:ext cx="55778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E39A07-6C44-A8B9-F3DE-259ECD3B03F9}"/>
              </a:ext>
            </a:extLst>
          </p:cNvPr>
          <p:cNvSpPr/>
          <p:nvPr/>
        </p:nvSpPr>
        <p:spPr>
          <a:xfrm>
            <a:off x="3528370" y="3717320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Diode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EF1582-1926-C13A-E84C-87776DBC2A3E}"/>
              </a:ext>
            </a:extLst>
          </p:cNvPr>
          <p:cNvSpPr/>
          <p:nvPr/>
        </p:nvSpPr>
        <p:spPr>
          <a:xfrm>
            <a:off x="4466204" y="3717320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PCB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1D2EDC-43AE-F7B1-0D1C-6EE6F1AD4BBD}"/>
              </a:ext>
            </a:extLst>
          </p:cNvPr>
          <p:cNvSpPr/>
          <p:nvPr/>
        </p:nvSpPr>
        <p:spPr>
          <a:xfrm>
            <a:off x="2794190" y="4133044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Wafer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6F748F-F83C-D165-3CD5-D3665B6C351F}"/>
              </a:ext>
            </a:extLst>
          </p:cNvPr>
          <p:cNvSpPr/>
          <p:nvPr/>
        </p:nvSpPr>
        <p:spPr>
          <a:xfrm>
            <a:off x="3728403" y="4133044"/>
            <a:ext cx="798576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Gold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D85476-B20D-AE2F-18DC-930481739ECC}"/>
              </a:ext>
            </a:extLst>
          </p:cNvPr>
          <p:cNvSpPr/>
          <p:nvPr/>
        </p:nvSpPr>
        <p:spPr>
          <a:xfrm>
            <a:off x="4669755" y="4137064"/>
            <a:ext cx="98108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Copper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998DC6-6CD4-786C-2957-DFF80A8D6676}"/>
              </a:ext>
            </a:extLst>
          </p:cNvPr>
          <p:cNvSpPr/>
          <p:nvPr/>
        </p:nvSpPr>
        <p:spPr>
          <a:xfrm>
            <a:off x="5809707" y="4137064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FR4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E22EE3-10A8-3C8D-5513-BDC92E94001A}"/>
              </a:ext>
            </a:extLst>
          </p:cNvPr>
          <p:cNvSpPr/>
          <p:nvPr/>
        </p:nvSpPr>
        <p:spPr>
          <a:xfrm>
            <a:off x="6547990" y="4131936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Alu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9C45FC-3FE2-7911-7A5D-1FD4B5EBCD17}"/>
              </a:ext>
            </a:extLst>
          </p:cNvPr>
          <p:cNvSpPr/>
          <p:nvPr/>
        </p:nvSpPr>
        <p:spPr>
          <a:xfrm>
            <a:off x="7950390" y="4760545"/>
            <a:ext cx="73152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Elec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63B0D2-7A3D-B9F4-E8F6-0EFECA2C3844}"/>
              </a:ext>
            </a:extLst>
          </p:cNvPr>
          <p:cNvSpPr txBox="1"/>
          <p:nvPr/>
        </p:nvSpPr>
        <p:spPr>
          <a:xfrm>
            <a:off x="4088595" y="3324244"/>
            <a:ext cx="38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  <a:endParaRPr lang="en-BE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156FFF-EEF4-7D74-E19A-7F2BDC3D0D8D}"/>
              </a:ext>
            </a:extLst>
          </p:cNvPr>
          <p:cNvSpPr txBox="1"/>
          <p:nvPr/>
        </p:nvSpPr>
        <p:spPr>
          <a:xfrm>
            <a:off x="4090282" y="4781023"/>
            <a:ext cx="38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  <a:endParaRPr lang="en-BE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29C27E-097B-1039-60C0-55D9406DE19A}"/>
              </a:ext>
            </a:extLst>
          </p:cNvPr>
          <p:cNvSpPr/>
          <p:nvPr/>
        </p:nvSpPr>
        <p:spPr>
          <a:xfrm>
            <a:off x="2780718" y="5532093"/>
            <a:ext cx="2101593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Carbon dioxide, Air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EFEE87-76C9-B3AB-E342-59ED84DE4828}"/>
              </a:ext>
            </a:extLst>
          </p:cNvPr>
          <p:cNvSpPr/>
          <p:nvPr/>
        </p:nvSpPr>
        <p:spPr>
          <a:xfrm>
            <a:off x="4993847" y="5532093"/>
            <a:ext cx="2101593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Arsenic ion, Water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6DF4AF-015F-DE87-4528-676D7AA9A345}"/>
              </a:ext>
            </a:extLst>
          </p:cNvPr>
          <p:cNvSpPr/>
          <p:nvPr/>
        </p:nvSpPr>
        <p:spPr>
          <a:xfrm>
            <a:off x="7238336" y="5532093"/>
            <a:ext cx="1060662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Water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A3ECB7-43E5-B17F-9E0A-8F7950D532E0}"/>
              </a:ext>
            </a:extLst>
          </p:cNvPr>
          <p:cNvSpPr/>
          <p:nvPr/>
        </p:nvSpPr>
        <p:spPr>
          <a:xfrm>
            <a:off x="8810804" y="4765002"/>
            <a:ext cx="808940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Water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8F6182-E417-F9DF-CA16-6BDC5EEA39BC}"/>
              </a:ext>
            </a:extLst>
          </p:cNvPr>
          <p:cNvSpPr txBox="1"/>
          <p:nvPr/>
        </p:nvSpPr>
        <p:spPr>
          <a:xfrm>
            <a:off x="1324827" y="3785210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component*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2CBC3F-CA96-D596-7473-1EFB041A8125}"/>
              </a:ext>
            </a:extLst>
          </p:cNvPr>
          <p:cNvSpPr txBox="1"/>
          <p:nvPr/>
        </p:nvSpPr>
        <p:spPr>
          <a:xfrm>
            <a:off x="1324827" y="4156660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material*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7D5649-2A1D-0DA9-FC63-C9E10F4A6765}"/>
              </a:ext>
            </a:extLst>
          </p:cNvPr>
          <p:cNvSpPr txBox="1"/>
          <p:nvPr/>
        </p:nvSpPr>
        <p:spPr>
          <a:xfrm>
            <a:off x="1606082" y="5466330"/>
            <a:ext cx="1203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Elementary flows</a:t>
            </a:r>
            <a:endParaRPr lang="en-BE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8A8839-A1FD-0368-3D98-9BDDCEE4A920}"/>
              </a:ext>
            </a:extLst>
          </p:cNvPr>
          <p:cNvSpPr/>
          <p:nvPr/>
        </p:nvSpPr>
        <p:spPr>
          <a:xfrm>
            <a:off x="50430" y="5389376"/>
            <a:ext cx="9716886" cy="600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9A9A62-13DE-248A-1E82-4271676FDD49}"/>
              </a:ext>
            </a:extLst>
          </p:cNvPr>
          <p:cNvSpPr txBox="1"/>
          <p:nvPr/>
        </p:nvSpPr>
        <p:spPr>
          <a:xfrm>
            <a:off x="353952" y="5364039"/>
            <a:ext cx="1203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Biosphere</a:t>
            </a:r>
            <a:endParaRPr lang="en-BE" sz="16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97C18D-89CE-9838-FD09-7816A77C057F}"/>
              </a:ext>
            </a:extLst>
          </p:cNvPr>
          <p:cNvSpPr/>
          <p:nvPr/>
        </p:nvSpPr>
        <p:spPr>
          <a:xfrm>
            <a:off x="50430" y="336807"/>
            <a:ext cx="9716886" cy="491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455F3F-1429-FE62-2659-E51B1D1DBE66}"/>
              </a:ext>
            </a:extLst>
          </p:cNvPr>
          <p:cNvSpPr txBox="1"/>
          <p:nvPr/>
        </p:nvSpPr>
        <p:spPr>
          <a:xfrm>
            <a:off x="50430" y="336808"/>
            <a:ext cx="161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Technosphere</a:t>
            </a:r>
            <a:endParaRPr lang="en-BE" sz="1600" b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83C384-084B-E8AF-C2E4-A68484D13C55}"/>
              </a:ext>
            </a:extLst>
          </p:cNvPr>
          <p:cNvCxnSpPr>
            <a:cxnSpLocks/>
          </p:cNvCxnSpPr>
          <p:nvPr/>
        </p:nvCxnSpPr>
        <p:spPr>
          <a:xfrm>
            <a:off x="3591243" y="5038112"/>
            <a:ext cx="1523" cy="48308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8D6EE9F-508F-396A-086D-4D159415C3DF}"/>
              </a:ext>
            </a:extLst>
          </p:cNvPr>
          <p:cNvCxnSpPr>
            <a:cxnSpLocks/>
          </p:cNvCxnSpPr>
          <p:nvPr/>
        </p:nvCxnSpPr>
        <p:spPr>
          <a:xfrm>
            <a:off x="5690640" y="5040398"/>
            <a:ext cx="0" cy="48901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2837C6-57AB-7B6F-21A9-B8FDE00E2762}"/>
              </a:ext>
            </a:extLst>
          </p:cNvPr>
          <p:cNvCxnSpPr>
            <a:cxnSpLocks/>
          </p:cNvCxnSpPr>
          <p:nvPr/>
        </p:nvCxnSpPr>
        <p:spPr>
          <a:xfrm>
            <a:off x="7901496" y="5040398"/>
            <a:ext cx="0" cy="48901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2C7F993-8A1B-C419-1ACC-BC04155F90D1}"/>
              </a:ext>
            </a:extLst>
          </p:cNvPr>
          <p:cNvSpPr txBox="1"/>
          <p:nvPr/>
        </p:nvSpPr>
        <p:spPr>
          <a:xfrm>
            <a:off x="1313488" y="1687737"/>
            <a:ext cx="101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bg1">
                    <a:lumMod val="50000"/>
                  </a:schemeClr>
                </a:solidFill>
              </a:rPr>
              <a:t>Example:</a:t>
            </a:r>
          </a:p>
          <a:p>
            <a:r>
              <a:rPr lang="en-US" sz="1200" b="1" u="sng" dirty="0">
                <a:solidFill>
                  <a:schemeClr val="bg1">
                    <a:lumMod val="50000"/>
                  </a:schemeClr>
                </a:solidFill>
              </a:rPr>
              <a:t>Abstraction level:*</a:t>
            </a:r>
            <a:endParaRPr lang="en-BE" sz="1200" b="1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A8A22B-2F85-1847-1124-2178C6129C4D}"/>
              </a:ext>
            </a:extLst>
          </p:cNvPr>
          <p:cNvSpPr txBox="1"/>
          <p:nvPr/>
        </p:nvSpPr>
        <p:spPr>
          <a:xfrm>
            <a:off x="515369" y="1498269"/>
            <a:ext cx="91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BW2 OS</a:t>
            </a:r>
          </a:p>
          <a:p>
            <a:r>
              <a:rPr lang="en-US" sz="1200" dirty="0">
                <a:solidFill>
                  <a:schemeClr val="accent4"/>
                </a:solidFill>
              </a:rPr>
              <a:t>database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4AFE64-7E4A-381D-A5A1-2F9FC5A7CC6F}"/>
              </a:ext>
            </a:extLst>
          </p:cNvPr>
          <p:cNvSpPr/>
          <p:nvPr/>
        </p:nvSpPr>
        <p:spPr>
          <a:xfrm>
            <a:off x="2668852" y="783236"/>
            <a:ext cx="1738590" cy="3693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ICT: BE, 2024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D86181E-53D8-18E9-A502-DFBC62EE4D1E}"/>
              </a:ext>
            </a:extLst>
          </p:cNvPr>
          <p:cNvSpPr/>
          <p:nvPr/>
        </p:nvSpPr>
        <p:spPr>
          <a:xfrm>
            <a:off x="7508389" y="2928995"/>
            <a:ext cx="119518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IC backend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85135B3-C751-5889-373C-D531C9FCE743}"/>
              </a:ext>
            </a:extLst>
          </p:cNvPr>
          <p:cNvSpPr/>
          <p:nvPr/>
        </p:nvSpPr>
        <p:spPr>
          <a:xfrm>
            <a:off x="3149919" y="2917972"/>
            <a:ext cx="119518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IC frontend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99BFD00-90CC-1B3A-80FD-DB859B81E292}"/>
              </a:ext>
            </a:extLst>
          </p:cNvPr>
          <p:cNvSpPr/>
          <p:nvPr/>
        </p:nvSpPr>
        <p:spPr>
          <a:xfrm>
            <a:off x="4986110" y="2929958"/>
            <a:ext cx="2147900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Die-casted </a:t>
            </a:r>
            <a:r>
              <a:rPr lang="en-US" sz="1600" dirty="0" err="1">
                <a:solidFill>
                  <a:schemeClr val="tx1"/>
                </a:solidFill>
              </a:rPr>
              <a:t>aluminium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5ACB913-90E8-5F67-BC26-886162F17E13}"/>
              </a:ext>
            </a:extLst>
          </p:cNvPr>
          <p:cNvSpPr/>
          <p:nvPr/>
        </p:nvSpPr>
        <p:spPr>
          <a:xfrm>
            <a:off x="4444571" y="2917972"/>
            <a:ext cx="432875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5BCDF4-F310-2B66-C6E3-A682036ABBB6}"/>
              </a:ext>
            </a:extLst>
          </p:cNvPr>
          <p:cNvSpPr txBox="1"/>
          <p:nvPr/>
        </p:nvSpPr>
        <p:spPr>
          <a:xfrm>
            <a:off x="1360587" y="700204"/>
            <a:ext cx="213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Foreground </a:t>
            </a:r>
          </a:p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Activities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92984AE-8B36-9FCC-68A1-A35C68C29DB3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>
            <a:off x="6060060" y="3161200"/>
            <a:ext cx="783399" cy="970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E420C99-BC88-5FC5-6628-ED19A68AA8A7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6060060" y="3161200"/>
            <a:ext cx="2256090" cy="159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AF28D06-BEE9-D73B-0A2D-3AC511A35098}"/>
              </a:ext>
            </a:extLst>
          </p:cNvPr>
          <p:cNvCxnSpPr>
            <a:cxnSpLocks/>
            <a:stCxn id="76" idx="2"/>
            <a:endCxn id="17" idx="0"/>
          </p:cNvCxnSpPr>
          <p:nvPr/>
        </p:nvCxnSpPr>
        <p:spPr>
          <a:xfrm flipH="1">
            <a:off x="3193478" y="3149214"/>
            <a:ext cx="554033" cy="983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C2F4F66-337E-01D6-EDDF-6F43CE868F47}"/>
              </a:ext>
            </a:extLst>
          </p:cNvPr>
          <p:cNvSpPr/>
          <p:nvPr/>
        </p:nvSpPr>
        <p:spPr>
          <a:xfrm>
            <a:off x="7273722" y="4131936"/>
            <a:ext cx="590937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4BBFDDE-AE08-EF5F-A9F3-F5E506262A14}"/>
              </a:ext>
            </a:extLst>
          </p:cNvPr>
          <p:cNvSpPr txBox="1"/>
          <p:nvPr/>
        </p:nvSpPr>
        <p:spPr>
          <a:xfrm>
            <a:off x="3104387" y="1527077"/>
            <a:ext cx="2130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Custom act: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543D99B-7E4D-9ADF-7480-E184F2C41AEA}"/>
              </a:ext>
            </a:extLst>
          </p:cNvPr>
          <p:cNvSpPr/>
          <p:nvPr/>
        </p:nvSpPr>
        <p:spPr>
          <a:xfrm>
            <a:off x="8818016" y="2928496"/>
            <a:ext cx="62201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PCB</a:t>
            </a:r>
            <a:endParaRPr lang="en-BE" sz="1600" dirty="0">
              <a:solidFill>
                <a:schemeClr val="tx1"/>
              </a:solidFill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1985101-D508-502A-4222-32159E6DEBA7}"/>
              </a:ext>
            </a:extLst>
          </p:cNvPr>
          <p:cNvCxnSpPr>
            <a:cxnSpLocks/>
            <a:stCxn id="77" idx="2"/>
            <a:endCxn id="16" idx="0"/>
          </p:cNvCxnSpPr>
          <p:nvPr/>
        </p:nvCxnSpPr>
        <p:spPr>
          <a:xfrm flipH="1">
            <a:off x="4865492" y="3159738"/>
            <a:ext cx="4263531" cy="557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0B9907F-07C4-E340-1C21-745AF2C523BE}"/>
              </a:ext>
            </a:extLst>
          </p:cNvPr>
          <p:cNvCxnSpPr>
            <a:cxnSpLocks/>
            <a:stCxn id="77" idx="2"/>
            <a:endCxn id="19" idx="0"/>
          </p:cNvCxnSpPr>
          <p:nvPr/>
        </p:nvCxnSpPr>
        <p:spPr>
          <a:xfrm flipH="1">
            <a:off x="5160295" y="3159738"/>
            <a:ext cx="3968728" cy="977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EEBECC8-0B10-698A-F2E6-645F13FE817D}"/>
              </a:ext>
            </a:extLst>
          </p:cNvPr>
          <p:cNvCxnSpPr>
            <a:cxnSpLocks/>
            <a:stCxn id="77" idx="2"/>
            <a:endCxn id="22" idx="0"/>
          </p:cNvCxnSpPr>
          <p:nvPr/>
        </p:nvCxnSpPr>
        <p:spPr>
          <a:xfrm flipH="1">
            <a:off x="8316150" y="3159738"/>
            <a:ext cx="812873" cy="160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7CB374F-D1A4-40F4-E5E9-3B9EFB3DB654}"/>
              </a:ext>
            </a:extLst>
          </p:cNvPr>
          <p:cNvSpPr/>
          <p:nvPr/>
        </p:nvSpPr>
        <p:spPr>
          <a:xfrm>
            <a:off x="3045151" y="1514760"/>
            <a:ext cx="4203935" cy="17385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33919C1-D0FA-B894-D94D-32006BF51EE0}"/>
              </a:ext>
            </a:extLst>
          </p:cNvPr>
          <p:cNvSpPr/>
          <p:nvPr/>
        </p:nvSpPr>
        <p:spPr>
          <a:xfrm>
            <a:off x="7400666" y="1523533"/>
            <a:ext cx="2150837" cy="17385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C10FB20-3E74-82F5-960C-B8C4156E0D91}"/>
              </a:ext>
            </a:extLst>
          </p:cNvPr>
          <p:cNvSpPr txBox="1"/>
          <p:nvPr/>
        </p:nvSpPr>
        <p:spPr>
          <a:xfrm>
            <a:off x="353952" y="5606008"/>
            <a:ext cx="1388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BW2 biosphere database</a:t>
            </a:r>
            <a:endParaRPr lang="en-BE" sz="1100" dirty="0">
              <a:solidFill>
                <a:schemeClr val="accent5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091DA7E-C2DB-93DB-1A2C-19E88B9BF85F}"/>
              </a:ext>
            </a:extLst>
          </p:cNvPr>
          <p:cNvSpPr/>
          <p:nvPr/>
        </p:nvSpPr>
        <p:spPr>
          <a:xfrm>
            <a:off x="2796849" y="4534025"/>
            <a:ext cx="175206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Truck transport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CCE94CD-9A7F-F711-19A8-732CE9E978D4}"/>
              </a:ext>
            </a:extLst>
          </p:cNvPr>
          <p:cNvSpPr/>
          <p:nvPr/>
        </p:nvSpPr>
        <p:spPr>
          <a:xfrm>
            <a:off x="4667735" y="4548086"/>
            <a:ext cx="615284" cy="338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F9B2FFC-FD6D-26C2-15A8-06EC04A6DAAF}"/>
              </a:ext>
            </a:extLst>
          </p:cNvPr>
          <p:cNvSpPr txBox="1"/>
          <p:nvPr/>
        </p:nvSpPr>
        <p:spPr>
          <a:xfrm>
            <a:off x="1324827" y="4550064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transport*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B5835B-DD61-924A-5A5A-2BEABD3D8C1D}"/>
              </a:ext>
            </a:extLst>
          </p:cNvPr>
          <p:cNvSpPr txBox="1"/>
          <p:nvPr/>
        </p:nvSpPr>
        <p:spPr>
          <a:xfrm>
            <a:off x="8148828" y="1535396"/>
            <a:ext cx="1402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chemeClr val="bg1">
                    <a:lumMod val="50000"/>
                  </a:schemeClr>
                </a:solidFill>
              </a:rPr>
              <a:t>Modified act: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FBBF364-815C-E644-4409-E2E38A6E14F4}"/>
              </a:ext>
            </a:extLst>
          </p:cNvPr>
          <p:cNvSpPr txBox="1"/>
          <p:nvPr/>
        </p:nvSpPr>
        <p:spPr>
          <a:xfrm>
            <a:off x="2451959" y="2261141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B57767E-534B-3AAD-EE6B-ECAC0F208AF6}"/>
              </a:ext>
            </a:extLst>
          </p:cNvPr>
          <p:cNvSpPr txBox="1"/>
          <p:nvPr/>
        </p:nvSpPr>
        <p:spPr>
          <a:xfrm>
            <a:off x="2451959" y="258496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68F0570-BFF3-EA48-993D-13265CE2FEEA}"/>
              </a:ext>
            </a:extLst>
          </p:cNvPr>
          <p:cNvSpPr txBox="1"/>
          <p:nvPr/>
        </p:nvSpPr>
        <p:spPr>
          <a:xfrm>
            <a:off x="2253891" y="1694560"/>
            <a:ext cx="913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Example: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OS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db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Hierarchy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D6E683E-26E8-9C43-0E98-12E2334D4E5B}"/>
              </a:ext>
            </a:extLst>
          </p:cNvPr>
          <p:cNvSpPr txBox="1"/>
          <p:nvPr/>
        </p:nvSpPr>
        <p:spPr>
          <a:xfrm>
            <a:off x="2451959" y="2930745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5305D9C-CE31-B62C-D8F1-2FD2D91B04D6}"/>
              </a:ext>
            </a:extLst>
          </p:cNvPr>
          <p:cNvSpPr/>
          <p:nvPr/>
        </p:nvSpPr>
        <p:spPr>
          <a:xfrm>
            <a:off x="3147504" y="2601316"/>
            <a:ext cx="1066737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UE 1 prod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23C112B-4A61-F2E2-A8AA-1C76EFE72454}"/>
              </a:ext>
            </a:extLst>
          </p:cNvPr>
          <p:cNvSpPr/>
          <p:nvPr/>
        </p:nvSpPr>
        <p:spPr>
          <a:xfrm>
            <a:off x="4307896" y="2601316"/>
            <a:ext cx="95607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UE 1 T.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A26F4F7-FAF1-40C1-86B2-E49DBAA49CAC}"/>
              </a:ext>
            </a:extLst>
          </p:cNvPr>
          <p:cNvSpPr/>
          <p:nvPr/>
        </p:nvSpPr>
        <p:spPr>
          <a:xfrm>
            <a:off x="5331670" y="2601316"/>
            <a:ext cx="95607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UE 1 </a:t>
            </a:r>
            <a:r>
              <a:rPr lang="en-US" sz="1600" dirty="0" err="1">
                <a:solidFill>
                  <a:schemeClr val="tx1"/>
                </a:solidFill>
              </a:rPr>
              <a:t>EoL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6EBBF151-917B-A25B-CFE4-0431ED3C7479}"/>
              </a:ext>
            </a:extLst>
          </p:cNvPr>
          <p:cNvSpPr/>
          <p:nvPr/>
        </p:nvSpPr>
        <p:spPr>
          <a:xfrm>
            <a:off x="3138722" y="2295949"/>
            <a:ext cx="1066738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Service 1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2A96E75-6DD4-B324-7873-36A7BCBB1B3C}"/>
              </a:ext>
            </a:extLst>
          </p:cNvPr>
          <p:cNvSpPr/>
          <p:nvPr/>
        </p:nvSpPr>
        <p:spPr>
          <a:xfrm>
            <a:off x="4311840" y="2295949"/>
            <a:ext cx="50985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061588F-36C4-3869-EF57-F70DB83C5C52}"/>
              </a:ext>
            </a:extLst>
          </p:cNvPr>
          <p:cNvSpPr/>
          <p:nvPr/>
        </p:nvSpPr>
        <p:spPr>
          <a:xfrm>
            <a:off x="6388166" y="2601316"/>
            <a:ext cx="378775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D4C25E2-8982-8529-DCD6-44453A5A2BAF}"/>
              </a:ext>
            </a:extLst>
          </p:cNvPr>
          <p:cNvSpPr txBox="1"/>
          <p:nvPr/>
        </p:nvSpPr>
        <p:spPr>
          <a:xfrm>
            <a:off x="1324827" y="2596572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devices*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45796C3-4D1B-7637-AF6F-2291F51DBC79}"/>
              </a:ext>
            </a:extLst>
          </p:cNvPr>
          <p:cNvSpPr txBox="1"/>
          <p:nvPr/>
        </p:nvSpPr>
        <p:spPr>
          <a:xfrm>
            <a:off x="1324827" y="2890875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component*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F3948927-24DF-2233-087D-97F50EC280E2}"/>
              </a:ext>
            </a:extLst>
          </p:cNvPr>
          <p:cNvSpPr txBox="1"/>
          <p:nvPr/>
        </p:nvSpPr>
        <p:spPr>
          <a:xfrm>
            <a:off x="1324827" y="2262822"/>
            <a:ext cx="1203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>
                    <a:lumMod val="50000"/>
                  </a:schemeClr>
                </a:solidFill>
              </a:rPr>
              <a:t>services*</a:t>
            </a:r>
            <a:endParaRPr lang="en-BE" sz="12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91E2B8F-AD1D-939F-C940-B5C381F283BF}"/>
              </a:ext>
            </a:extLst>
          </p:cNvPr>
          <p:cNvSpPr txBox="1"/>
          <p:nvPr/>
        </p:nvSpPr>
        <p:spPr>
          <a:xfrm>
            <a:off x="1309525" y="4967905"/>
            <a:ext cx="2110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* not limited to this example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AF57AA2-8296-2253-6352-11E2CFDB7917}"/>
              </a:ext>
            </a:extLst>
          </p:cNvPr>
          <p:cNvCxnSpPr>
            <a:cxnSpLocks/>
            <a:stCxn id="53" idx="2"/>
            <a:endCxn id="184" idx="0"/>
          </p:cNvCxnSpPr>
          <p:nvPr/>
        </p:nvCxnSpPr>
        <p:spPr>
          <a:xfrm>
            <a:off x="3538147" y="1152569"/>
            <a:ext cx="142726" cy="144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5B13E95E-9E6E-434D-2730-CF7B69BF544D}"/>
              </a:ext>
            </a:extLst>
          </p:cNvPr>
          <p:cNvCxnSpPr>
            <a:cxnSpLocks/>
            <a:stCxn id="53" idx="2"/>
            <a:endCxn id="186" idx="0"/>
          </p:cNvCxnSpPr>
          <p:nvPr/>
        </p:nvCxnSpPr>
        <p:spPr>
          <a:xfrm>
            <a:off x="3538147" y="1152569"/>
            <a:ext cx="1247786" cy="144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A2E6E131-4532-A97E-80FD-3F87054FF345}"/>
              </a:ext>
            </a:extLst>
          </p:cNvPr>
          <p:cNvCxnSpPr>
            <a:cxnSpLocks/>
            <a:stCxn id="53" idx="2"/>
            <a:endCxn id="22" idx="0"/>
          </p:cNvCxnSpPr>
          <p:nvPr/>
        </p:nvCxnSpPr>
        <p:spPr>
          <a:xfrm>
            <a:off x="3538147" y="1152569"/>
            <a:ext cx="4778003" cy="3607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6C279F60-29B0-A09C-5965-9D556EEF4F2E}"/>
              </a:ext>
            </a:extLst>
          </p:cNvPr>
          <p:cNvCxnSpPr>
            <a:cxnSpLocks/>
            <a:stCxn id="53" idx="2"/>
            <a:endCxn id="188" idx="0"/>
          </p:cNvCxnSpPr>
          <p:nvPr/>
        </p:nvCxnSpPr>
        <p:spPr>
          <a:xfrm>
            <a:off x="3538147" y="1152569"/>
            <a:ext cx="2271560" cy="144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612931D-45F6-2852-CB21-5B0C90EB7B68}"/>
              </a:ext>
            </a:extLst>
          </p:cNvPr>
          <p:cNvSpPr/>
          <p:nvPr/>
        </p:nvSpPr>
        <p:spPr>
          <a:xfrm>
            <a:off x="8441894" y="5532093"/>
            <a:ext cx="1060662" cy="338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Gold …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05A30B-C5AB-9CBF-B90C-0E0C8DA3EC31}"/>
              </a:ext>
            </a:extLst>
          </p:cNvPr>
          <p:cNvSpPr/>
          <p:nvPr/>
        </p:nvSpPr>
        <p:spPr>
          <a:xfrm>
            <a:off x="4559092" y="783236"/>
            <a:ext cx="1433244" cy="3693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1F6F96F9-97D5-F243-709F-4483E8F65962}"/>
              </a:ext>
            </a:extLst>
          </p:cNvPr>
          <p:cNvSpPr/>
          <p:nvPr/>
        </p:nvSpPr>
        <p:spPr>
          <a:xfrm>
            <a:off x="9687002" y="659805"/>
            <a:ext cx="264721" cy="609617"/>
          </a:xfrm>
          <a:prstGeom prst="rightBrace">
            <a:avLst>
              <a:gd name="adj1" fmla="val 62116"/>
              <a:gd name="adj2" fmla="val 27501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1063CC-8EF7-5259-70D1-2006DBE6F15B}"/>
              </a:ext>
            </a:extLst>
          </p:cNvPr>
          <p:cNvSpPr txBox="1"/>
          <p:nvPr/>
        </p:nvSpPr>
        <p:spPr>
          <a:xfrm>
            <a:off x="10309638" y="698151"/>
            <a:ext cx="1882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LC_data_Foreground.xlsx</a:t>
            </a:r>
            <a:endParaRPr lang="en-BE" sz="1100" b="1" dirty="0"/>
          </a:p>
        </p:txBody>
      </p:sp>
      <p:sp>
        <p:nvSpPr>
          <p:cNvPr id="44" name="Rectangle: Single Corner Snipped 43">
            <a:extLst>
              <a:ext uri="{FF2B5EF4-FFF2-40B4-BE49-F238E27FC236}">
                <a16:creationId xmlns:a16="http://schemas.microsoft.com/office/drawing/2014/main" id="{8CE24D5E-501D-2C12-DEF4-162016503CD5}"/>
              </a:ext>
            </a:extLst>
          </p:cNvPr>
          <p:cNvSpPr/>
          <p:nvPr/>
        </p:nvSpPr>
        <p:spPr>
          <a:xfrm>
            <a:off x="10175875" y="745924"/>
            <a:ext cx="127960" cy="172439"/>
          </a:xfrm>
          <a:prstGeom prst="snip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80742E4F-6E3D-2C8E-CE49-9040BC5C1F4C}"/>
              </a:ext>
            </a:extLst>
          </p:cNvPr>
          <p:cNvSpPr/>
          <p:nvPr/>
        </p:nvSpPr>
        <p:spPr>
          <a:xfrm>
            <a:off x="9699829" y="1347645"/>
            <a:ext cx="262543" cy="2014623"/>
          </a:xfrm>
          <a:prstGeom prst="rightBrace">
            <a:avLst>
              <a:gd name="adj1" fmla="val 62116"/>
              <a:gd name="adj2" fmla="val 85857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6A814A-0827-A682-93F3-41EF1D4CF31F}"/>
              </a:ext>
            </a:extLst>
          </p:cNvPr>
          <p:cNvSpPr txBox="1"/>
          <p:nvPr/>
        </p:nvSpPr>
        <p:spPr>
          <a:xfrm>
            <a:off x="10305114" y="3370747"/>
            <a:ext cx="1910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[LC_data_custom_X1.xlsx,</a:t>
            </a:r>
          </a:p>
          <a:p>
            <a:r>
              <a:rPr lang="en-US" sz="1100" b="1" dirty="0"/>
              <a:t>LC_data_custom_X2.xlsx,</a:t>
            </a:r>
          </a:p>
          <a:p>
            <a:r>
              <a:rPr lang="en-US" sz="1100" b="1" dirty="0"/>
              <a:t>…]</a:t>
            </a:r>
            <a:endParaRPr lang="en-BE" sz="11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2CDDC3-CA29-FA70-7E3C-A75C4C1524B6}"/>
              </a:ext>
            </a:extLst>
          </p:cNvPr>
          <p:cNvSpPr txBox="1"/>
          <p:nvPr/>
        </p:nvSpPr>
        <p:spPr>
          <a:xfrm>
            <a:off x="10276509" y="1520063"/>
            <a:ext cx="18606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custom_meta_data.xlsx</a:t>
            </a:r>
            <a:endParaRPr lang="en-BE" sz="1100" b="1" dirty="0"/>
          </a:p>
        </p:txBody>
      </p:sp>
      <p:sp>
        <p:nvSpPr>
          <p:cNvPr id="52" name="Rectangle: Single Corner Snipped 51">
            <a:extLst>
              <a:ext uri="{FF2B5EF4-FFF2-40B4-BE49-F238E27FC236}">
                <a16:creationId xmlns:a16="http://schemas.microsoft.com/office/drawing/2014/main" id="{7A7DAD90-3757-37DA-59B6-5E87B01CD57F}"/>
              </a:ext>
            </a:extLst>
          </p:cNvPr>
          <p:cNvSpPr/>
          <p:nvPr/>
        </p:nvSpPr>
        <p:spPr>
          <a:xfrm>
            <a:off x="10096996" y="1564614"/>
            <a:ext cx="127960" cy="172439"/>
          </a:xfrm>
          <a:prstGeom prst="snip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4" name="Rectangle: Single Corner Snipped 53">
            <a:extLst>
              <a:ext uri="{FF2B5EF4-FFF2-40B4-BE49-F238E27FC236}">
                <a16:creationId xmlns:a16="http://schemas.microsoft.com/office/drawing/2014/main" id="{9EEC0D8C-E310-B054-074C-F0AEE5AC5142}"/>
              </a:ext>
            </a:extLst>
          </p:cNvPr>
          <p:cNvSpPr/>
          <p:nvPr/>
        </p:nvSpPr>
        <p:spPr>
          <a:xfrm>
            <a:off x="10088669" y="3352856"/>
            <a:ext cx="127960" cy="172439"/>
          </a:xfrm>
          <a:prstGeom prst="snip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5" name="Rectangle: Single Corner Snipped 54">
            <a:extLst>
              <a:ext uri="{FF2B5EF4-FFF2-40B4-BE49-F238E27FC236}">
                <a16:creationId xmlns:a16="http://schemas.microsoft.com/office/drawing/2014/main" id="{18046EC3-1084-806D-B78B-189E31CB99DA}"/>
              </a:ext>
            </a:extLst>
          </p:cNvPr>
          <p:cNvSpPr/>
          <p:nvPr/>
        </p:nvSpPr>
        <p:spPr>
          <a:xfrm>
            <a:off x="10128011" y="3390394"/>
            <a:ext cx="127960" cy="172439"/>
          </a:xfrm>
          <a:prstGeom prst="snip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6" name="Rectangle: Single Corner Snipped 55">
            <a:extLst>
              <a:ext uri="{FF2B5EF4-FFF2-40B4-BE49-F238E27FC236}">
                <a16:creationId xmlns:a16="http://schemas.microsoft.com/office/drawing/2014/main" id="{61FE4E61-246C-442A-4513-85039C4CD2DB}"/>
              </a:ext>
            </a:extLst>
          </p:cNvPr>
          <p:cNvSpPr/>
          <p:nvPr/>
        </p:nvSpPr>
        <p:spPr>
          <a:xfrm>
            <a:off x="10177737" y="3439076"/>
            <a:ext cx="127960" cy="172439"/>
          </a:xfrm>
          <a:prstGeom prst="snip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2922B7-A7EE-7AA4-EF96-5685BE3147FE}"/>
              </a:ext>
            </a:extLst>
          </p:cNvPr>
          <p:cNvSpPr txBox="1"/>
          <p:nvPr/>
        </p:nvSpPr>
        <p:spPr>
          <a:xfrm>
            <a:off x="10081075" y="876836"/>
            <a:ext cx="2171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Contains the foreground data. One foreground per sheet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C535AE-7EBE-E08F-69EE-D9D64EB77A18}"/>
              </a:ext>
            </a:extLst>
          </p:cNvPr>
          <p:cNvSpPr txBox="1"/>
          <p:nvPr/>
        </p:nvSpPr>
        <p:spPr>
          <a:xfrm>
            <a:off x="10062119" y="1729273"/>
            <a:ext cx="22365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List </a:t>
            </a:r>
            <a:r>
              <a:rPr lang="en-US" sz="1200" b="1" u="sng" dirty="0">
                <a:solidFill>
                  <a:schemeClr val="bg1">
                    <a:lumMod val="50000"/>
                  </a:schemeClr>
                </a:solidFill>
              </a:rPr>
              <a:t>all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meta data for custom activities, along with the order in which they must be created, to handle dependencies.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User are responsible to ensure that dependencies are disclosed correctly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FE53FF-3377-334A-C59F-C7B056274641}"/>
              </a:ext>
            </a:extLst>
          </p:cNvPr>
          <p:cNvSpPr txBox="1"/>
          <p:nvPr/>
        </p:nvSpPr>
        <p:spPr>
          <a:xfrm>
            <a:off x="9977455" y="3922285"/>
            <a:ext cx="22351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These files contain the data to create all the custom and modified activities. 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The multiple file setup ease the navigation throughout the custom activities data.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Users are free to categorize custom activities as they wish.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3F1364-46BA-0DA0-34C4-B91292D6D068}"/>
              </a:ext>
            </a:extLst>
          </p:cNvPr>
          <p:cNvSpPr/>
          <p:nvPr/>
        </p:nvSpPr>
        <p:spPr>
          <a:xfrm>
            <a:off x="9957816" y="1531867"/>
            <a:ext cx="2216382" cy="43850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042821-A8AE-6D93-1721-742F8160F7FA}"/>
              </a:ext>
            </a:extLst>
          </p:cNvPr>
          <p:cNvSpPr/>
          <p:nvPr/>
        </p:nvSpPr>
        <p:spPr>
          <a:xfrm>
            <a:off x="9957823" y="688915"/>
            <a:ext cx="2216382" cy="6461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C7D7E-F980-5AEC-4694-C29F9CE43D8F}"/>
              </a:ext>
            </a:extLst>
          </p:cNvPr>
          <p:cNvSpPr txBox="1"/>
          <p:nvPr/>
        </p:nvSpPr>
        <p:spPr>
          <a:xfrm>
            <a:off x="7382893" y="1777508"/>
            <a:ext cx="2184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“Modified act” are used to modify few exchanges from an original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ecoinvent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activity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FF698A-58DF-27CD-48A1-9FBE49D3220A}"/>
              </a:ext>
            </a:extLst>
          </p:cNvPr>
          <p:cNvSpPr txBox="1"/>
          <p:nvPr/>
        </p:nvSpPr>
        <p:spPr>
          <a:xfrm>
            <a:off x="5398441" y="1544435"/>
            <a:ext cx="1854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“Custom act” are used to create new activities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using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ecoinvent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data or other custom activities</a:t>
            </a:r>
            <a:endParaRPr lang="en-B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6281DDF-F627-6AFD-CB1C-4DE0F2AFE2D5}"/>
              </a:ext>
            </a:extLst>
          </p:cNvPr>
          <p:cNvCxnSpPr>
            <a:cxnSpLocks/>
            <a:stCxn id="184" idx="2"/>
            <a:endCxn id="76" idx="0"/>
          </p:cNvCxnSpPr>
          <p:nvPr/>
        </p:nvCxnSpPr>
        <p:spPr>
          <a:xfrm>
            <a:off x="3680873" y="2832558"/>
            <a:ext cx="66638" cy="85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9AD4F19-58B9-38DD-03C2-994B1EF7DBD3}"/>
              </a:ext>
            </a:extLst>
          </p:cNvPr>
          <p:cNvCxnSpPr>
            <a:cxnSpLocks/>
            <a:stCxn id="186" idx="2"/>
            <a:endCxn id="187" idx="0"/>
          </p:cNvCxnSpPr>
          <p:nvPr/>
        </p:nvCxnSpPr>
        <p:spPr>
          <a:xfrm flipH="1">
            <a:off x="3672881" y="2832558"/>
            <a:ext cx="1113052" cy="1701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19DEB96A-6A94-57C5-2C29-4CB79D0561F3}"/>
              </a:ext>
            </a:extLst>
          </p:cNvPr>
          <p:cNvSpPr/>
          <p:nvPr/>
        </p:nvSpPr>
        <p:spPr>
          <a:xfrm>
            <a:off x="3138460" y="2001833"/>
            <a:ext cx="452783" cy="2312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  <a:endParaRPr lang="en-BE" sz="1600" dirty="0">
              <a:solidFill>
                <a:schemeClr val="tx1"/>
              </a:solidFill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338D42A-6AC1-4A73-668B-707C06490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5314"/>
            <a:ext cx="12192000" cy="5814646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DA85A269-686A-F5B4-B2B5-986AB8EA2E0A}"/>
              </a:ext>
            </a:extLst>
          </p:cNvPr>
          <p:cNvSpPr/>
          <p:nvPr/>
        </p:nvSpPr>
        <p:spPr>
          <a:xfrm>
            <a:off x="6967827" y="548624"/>
            <a:ext cx="611789" cy="163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64CBEE3-3FF6-F1AF-E778-72EE61A47B72}"/>
              </a:ext>
            </a:extLst>
          </p:cNvPr>
          <p:cNvSpPr txBox="1"/>
          <p:nvPr/>
        </p:nvSpPr>
        <p:spPr>
          <a:xfrm>
            <a:off x="7683572" y="494549"/>
            <a:ext cx="1445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BW2 activity</a:t>
            </a:r>
            <a:endParaRPr lang="en-BE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2F7CC7-F0C2-4924-EC6A-6B918206737E}"/>
              </a:ext>
            </a:extLst>
          </p:cNvPr>
          <p:cNvSpPr txBox="1"/>
          <p:nvPr/>
        </p:nvSpPr>
        <p:spPr>
          <a:xfrm>
            <a:off x="7689579" y="696806"/>
            <a:ext cx="1618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BW2 elementary flow</a:t>
            </a:r>
            <a:endParaRPr lang="en-BE" sz="11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EC9E602-E39E-E944-E62A-4EF118741BBB}"/>
              </a:ext>
            </a:extLst>
          </p:cNvPr>
          <p:cNvSpPr/>
          <p:nvPr/>
        </p:nvSpPr>
        <p:spPr>
          <a:xfrm>
            <a:off x="6975447" y="763562"/>
            <a:ext cx="611789" cy="1634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EA039D-E840-DDA2-A045-C75DBC7E4CA9}"/>
              </a:ext>
            </a:extLst>
          </p:cNvPr>
          <p:cNvSpPr txBox="1"/>
          <p:nvPr/>
        </p:nvSpPr>
        <p:spPr>
          <a:xfrm>
            <a:off x="6870699" y="285546"/>
            <a:ext cx="1445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Legend:</a:t>
            </a:r>
            <a:endParaRPr lang="en-BE" sz="1100" b="1" u="sng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9DD8A3-0F51-3B21-FB75-7156C8D34ADE}"/>
              </a:ext>
            </a:extLst>
          </p:cNvPr>
          <p:cNvCxnSpPr>
            <a:cxnSpLocks/>
          </p:cNvCxnSpPr>
          <p:nvPr/>
        </p:nvCxnSpPr>
        <p:spPr>
          <a:xfrm>
            <a:off x="6972395" y="1031289"/>
            <a:ext cx="5660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4933B55-4FA3-E974-8858-E87EBBD1226E}"/>
              </a:ext>
            </a:extLst>
          </p:cNvPr>
          <p:cNvSpPr txBox="1"/>
          <p:nvPr/>
        </p:nvSpPr>
        <p:spPr>
          <a:xfrm>
            <a:off x="7678577" y="894282"/>
            <a:ext cx="2108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BW2 Intermediate exchange</a:t>
            </a:r>
            <a:endParaRPr lang="en-BE" sz="1100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81F5F3D-EF1A-1E8E-583D-BC73643605A9}"/>
              </a:ext>
            </a:extLst>
          </p:cNvPr>
          <p:cNvCxnSpPr>
            <a:cxnSpLocks/>
          </p:cNvCxnSpPr>
          <p:nvPr/>
        </p:nvCxnSpPr>
        <p:spPr>
          <a:xfrm>
            <a:off x="6971475" y="1198306"/>
            <a:ext cx="56915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86AB5CE-42AC-7EC6-3D4F-9ACD31EAF4A7}"/>
              </a:ext>
            </a:extLst>
          </p:cNvPr>
          <p:cNvSpPr txBox="1"/>
          <p:nvPr/>
        </p:nvSpPr>
        <p:spPr>
          <a:xfrm>
            <a:off x="7668168" y="1073730"/>
            <a:ext cx="2108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BW2 Elementary exchange</a:t>
            </a:r>
            <a:endParaRPr lang="en-BE" sz="11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3786F2D-ED10-6BF8-D956-624A8380D320}"/>
              </a:ext>
            </a:extLst>
          </p:cNvPr>
          <p:cNvSpPr txBox="1"/>
          <p:nvPr/>
        </p:nvSpPr>
        <p:spPr>
          <a:xfrm>
            <a:off x="9767316" y="23096"/>
            <a:ext cx="25114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File requirement explanation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These files must be structured according to the predefined format.</a:t>
            </a:r>
            <a:endParaRPr lang="en-BE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7C692524-8025-A835-7513-29A254129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4992" y="6119407"/>
            <a:ext cx="12192000" cy="60566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8C64E7-340E-CFE4-21C0-5A2547D43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57853" y="6074435"/>
            <a:ext cx="12192000" cy="605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4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515</Words>
  <Application>Microsoft Office PowerPoint</Application>
  <PresentationFormat>Widescreen</PresentationFormat>
  <Paragraphs>197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Dethienne</dc:creator>
  <cp:lastModifiedBy>Robin Dethienne</cp:lastModifiedBy>
  <cp:revision>23</cp:revision>
  <dcterms:created xsi:type="dcterms:W3CDTF">2025-08-11T12:06:20Z</dcterms:created>
  <dcterms:modified xsi:type="dcterms:W3CDTF">2025-08-21T11:41:59Z</dcterms:modified>
</cp:coreProperties>
</file>